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677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80" r:id="rId19"/>
    <p:sldId id="276" r:id="rId20"/>
    <p:sldId id="277" r:id="rId21"/>
    <p:sldId id="279" r:id="rId22"/>
    <p:sldId id="286" r:id="rId23"/>
    <p:sldId id="287" r:id="rId24"/>
    <p:sldId id="288" r:id="rId25"/>
    <p:sldId id="289" r:id="rId26"/>
    <p:sldId id="284" r:id="rId27"/>
    <p:sldId id="285" r:id="rId28"/>
    <p:sldId id="282" r:id="rId29"/>
    <p:sldId id="283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8EBA9-98D3-415B-8984-6C4C59F890E5}" v="146" dt="2025-09-11T06:30:52.7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arna Balasubramanian" userId="7b4a93eb0d86a190" providerId="LiveId" clId="{6BCD3887-A920-4A68-8E84-0B762CCB8080}"/>
    <pc:docChg chg="undo custSel addSld delSld modSld modMainMaster">
      <pc:chgData name="Abarna Balasubramanian" userId="7b4a93eb0d86a190" providerId="LiveId" clId="{6BCD3887-A920-4A68-8E84-0B762CCB8080}" dt="2025-09-11T06:40:28.838" v="1392" actId="14100"/>
      <pc:docMkLst>
        <pc:docMk/>
      </pc:docMkLst>
      <pc:sldChg chg="modSp mod">
        <pc:chgData name="Abarna Balasubramanian" userId="7b4a93eb0d86a190" providerId="LiveId" clId="{6BCD3887-A920-4A68-8E84-0B762CCB8080}" dt="2025-09-11T06:32:00.563" v="1335" actId="255"/>
        <pc:sldMkLst>
          <pc:docMk/>
          <pc:sldMk cId="1503317309" sldId="256"/>
        </pc:sldMkLst>
        <pc:spChg chg="mod">
          <ac:chgData name="Abarna Balasubramanian" userId="7b4a93eb0d86a190" providerId="LiveId" clId="{6BCD3887-A920-4A68-8E84-0B762CCB8080}" dt="2025-09-11T06:32:00.563" v="1335" actId="255"/>
          <ac:spMkLst>
            <pc:docMk/>
            <pc:sldMk cId="1503317309" sldId="256"/>
            <ac:spMk id="2" creationId="{3F4CDE0B-CCBB-3FA7-21D4-94B8A987755F}"/>
          </ac:spMkLst>
        </pc:spChg>
        <pc:spChg chg="mod">
          <ac:chgData name="Abarna Balasubramanian" userId="7b4a93eb0d86a190" providerId="LiveId" clId="{6BCD3887-A920-4A68-8E84-0B762CCB8080}" dt="2025-09-11T06:31:36.421" v="1332" actId="1076"/>
          <ac:spMkLst>
            <pc:docMk/>
            <pc:sldMk cId="1503317309" sldId="256"/>
            <ac:spMk id="3" creationId="{72682928-53A0-7ABE-17A0-D55B117C2698}"/>
          </ac:spMkLst>
        </pc:spChg>
      </pc:sldChg>
      <pc:sldChg chg="modSp mod">
        <pc:chgData name="Abarna Balasubramanian" userId="7b4a93eb0d86a190" providerId="LiveId" clId="{6BCD3887-A920-4A68-8E84-0B762CCB8080}" dt="2025-09-11T06:30:52.952" v="1325" actId="27636"/>
        <pc:sldMkLst>
          <pc:docMk/>
          <pc:sldMk cId="3212904501" sldId="257"/>
        </pc:sldMkLst>
        <pc:spChg chg="mod">
          <ac:chgData name="Abarna Balasubramanian" userId="7b4a93eb0d86a190" providerId="LiveId" clId="{6BCD3887-A920-4A68-8E84-0B762CCB8080}" dt="2025-09-11T06:30:52.952" v="1325" actId="27636"/>
          <ac:spMkLst>
            <pc:docMk/>
            <pc:sldMk cId="3212904501" sldId="257"/>
            <ac:spMk id="3" creationId="{8C583ADB-1D55-021C-3229-DC49D4B2A686}"/>
          </ac:spMkLst>
        </pc:spChg>
      </pc:sldChg>
      <pc:sldChg chg="modSp mod">
        <pc:chgData name="Abarna Balasubramanian" userId="7b4a93eb0d86a190" providerId="LiveId" clId="{6BCD3887-A920-4A68-8E84-0B762CCB8080}" dt="2025-09-11T06:32:17.760" v="1337" actId="1076"/>
        <pc:sldMkLst>
          <pc:docMk/>
          <pc:sldMk cId="17082111" sldId="258"/>
        </pc:sldMkLst>
        <pc:spChg chg="mod">
          <ac:chgData name="Abarna Balasubramanian" userId="7b4a93eb0d86a190" providerId="LiveId" clId="{6BCD3887-A920-4A68-8E84-0B762CCB8080}" dt="2025-09-11T06:32:17.760" v="1337" actId="1076"/>
          <ac:spMkLst>
            <pc:docMk/>
            <pc:sldMk cId="17082111" sldId="258"/>
            <ac:spMk id="2" creationId="{D1EA9AC8-BF58-232C-1BDD-6604CFDAE674}"/>
          </ac:spMkLst>
        </pc:spChg>
        <pc:spChg chg="mod">
          <ac:chgData name="Abarna Balasubramanian" userId="7b4a93eb0d86a190" providerId="LiveId" clId="{6BCD3887-A920-4A68-8E84-0B762CCB8080}" dt="2025-09-10T16:36:43.042" v="1079" actId="1076"/>
          <ac:spMkLst>
            <pc:docMk/>
            <pc:sldMk cId="17082111" sldId="258"/>
            <ac:spMk id="3" creationId="{D8ADFB01-42D9-0E94-B8D0-78D2EF5D8F9E}"/>
          </ac:spMkLst>
        </pc:spChg>
      </pc:sldChg>
      <pc:sldChg chg="modSp mod">
        <pc:chgData name="Abarna Balasubramanian" userId="7b4a93eb0d86a190" providerId="LiveId" clId="{6BCD3887-A920-4A68-8E84-0B762CCB8080}" dt="2025-09-11T06:32:48.467" v="1342" actId="1076"/>
        <pc:sldMkLst>
          <pc:docMk/>
          <pc:sldMk cId="1985442297" sldId="259"/>
        </pc:sldMkLst>
        <pc:spChg chg="mod">
          <ac:chgData name="Abarna Balasubramanian" userId="7b4a93eb0d86a190" providerId="LiveId" clId="{6BCD3887-A920-4A68-8E84-0B762CCB8080}" dt="2025-09-11T06:32:39.002" v="1339" actId="120"/>
          <ac:spMkLst>
            <pc:docMk/>
            <pc:sldMk cId="1985442297" sldId="259"/>
            <ac:spMk id="2" creationId="{700A6DB3-B6E5-F198-C0EC-53F88B8F98E0}"/>
          </ac:spMkLst>
        </pc:spChg>
        <pc:picChg chg="mod">
          <ac:chgData name="Abarna Balasubramanian" userId="7b4a93eb0d86a190" providerId="LiveId" clId="{6BCD3887-A920-4A68-8E84-0B762CCB8080}" dt="2025-09-11T06:32:48.467" v="1342" actId="1076"/>
          <ac:picMkLst>
            <pc:docMk/>
            <pc:sldMk cId="1985442297" sldId="259"/>
            <ac:picMk id="4" creationId="{676586FC-ABCA-4C5A-F49A-7C7217266684}"/>
          </ac:picMkLst>
        </pc:picChg>
      </pc:sldChg>
      <pc:sldChg chg="modSp mod">
        <pc:chgData name="Abarna Balasubramanian" userId="7b4a93eb0d86a190" providerId="LiveId" clId="{6BCD3887-A920-4A68-8E84-0B762CCB8080}" dt="2025-09-11T06:33:03.384" v="1344" actId="1076"/>
        <pc:sldMkLst>
          <pc:docMk/>
          <pc:sldMk cId="2312441343" sldId="260"/>
        </pc:sldMkLst>
        <pc:spChg chg="mod">
          <ac:chgData name="Abarna Balasubramanian" userId="7b4a93eb0d86a190" providerId="LiveId" clId="{6BCD3887-A920-4A68-8E84-0B762CCB8080}" dt="2025-09-11T06:32:58.009" v="1343" actId="120"/>
          <ac:spMkLst>
            <pc:docMk/>
            <pc:sldMk cId="2312441343" sldId="260"/>
            <ac:spMk id="2" creationId="{BC561C62-0119-69A8-8FD6-6122F4D787F7}"/>
          </ac:spMkLst>
        </pc:spChg>
        <pc:spChg chg="mod">
          <ac:chgData name="Abarna Balasubramanian" userId="7b4a93eb0d86a190" providerId="LiveId" clId="{6BCD3887-A920-4A68-8E84-0B762CCB8080}" dt="2025-09-11T06:33:03.384" v="1344" actId="1076"/>
          <ac:spMkLst>
            <pc:docMk/>
            <pc:sldMk cId="2312441343" sldId="260"/>
            <ac:spMk id="3" creationId="{CBA18C35-7457-3BCD-358F-388D5E35ED73}"/>
          </ac:spMkLst>
        </pc:spChg>
      </pc:sldChg>
      <pc:sldChg chg="modSp mod">
        <pc:chgData name="Abarna Balasubramanian" userId="7b4a93eb0d86a190" providerId="LiveId" clId="{6BCD3887-A920-4A68-8E84-0B762CCB8080}" dt="2025-09-11T06:32:30.044" v="1338" actId="120"/>
        <pc:sldMkLst>
          <pc:docMk/>
          <pc:sldMk cId="4080398454" sldId="261"/>
        </pc:sldMkLst>
        <pc:spChg chg="mod">
          <ac:chgData name="Abarna Balasubramanian" userId="7b4a93eb0d86a190" providerId="LiveId" clId="{6BCD3887-A920-4A68-8E84-0B762CCB8080}" dt="2025-09-11T06:32:30.044" v="1338" actId="120"/>
          <ac:spMkLst>
            <pc:docMk/>
            <pc:sldMk cId="4080398454" sldId="261"/>
            <ac:spMk id="2" creationId="{6966AA53-5317-C47C-6AC0-D595BC31F7F5}"/>
          </ac:spMkLst>
        </pc:spChg>
        <pc:spChg chg="mod">
          <ac:chgData name="Abarna Balasubramanian" userId="7b4a93eb0d86a190" providerId="LiveId" clId="{6BCD3887-A920-4A68-8E84-0B762CCB8080}" dt="2025-09-11T06:30:52.925" v="1323" actId="27636"/>
          <ac:spMkLst>
            <pc:docMk/>
            <pc:sldMk cId="4080398454" sldId="261"/>
            <ac:spMk id="3" creationId="{869395E0-984C-86A7-8F7D-40C493610EFD}"/>
          </ac:spMkLst>
        </pc:spChg>
      </pc:sldChg>
      <pc:sldChg chg="modSp new del mod">
        <pc:chgData name="Abarna Balasubramanian" userId="7b4a93eb0d86a190" providerId="LiveId" clId="{6BCD3887-A920-4A68-8E84-0B762CCB8080}" dt="2025-09-10T14:36:53.035" v="5" actId="2696"/>
        <pc:sldMkLst>
          <pc:docMk/>
          <pc:sldMk cId="1658135664" sldId="262"/>
        </pc:sldMkLst>
        <pc:spChg chg="mod">
          <ac:chgData name="Abarna Balasubramanian" userId="7b4a93eb0d86a190" providerId="LiveId" clId="{6BCD3887-A920-4A68-8E84-0B762CCB8080}" dt="2025-09-10T14:36:42.218" v="3" actId="1076"/>
          <ac:spMkLst>
            <pc:docMk/>
            <pc:sldMk cId="1658135664" sldId="262"/>
            <ac:spMk id="2" creationId="{1DFC98A6-B5B8-5409-49E3-2B78A1897927}"/>
          </ac:spMkLst>
        </pc:spChg>
      </pc:sldChg>
      <pc:sldChg chg="delSp modSp new mod">
        <pc:chgData name="Abarna Balasubramanian" userId="7b4a93eb0d86a190" providerId="LiveId" clId="{6BCD3887-A920-4A68-8E84-0B762CCB8080}" dt="2025-09-11T06:34:15.209" v="1346" actId="1076"/>
        <pc:sldMkLst>
          <pc:docMk/>
          <pc:sldMk cId="1060466001" sldId="263"/>
        </pc:sldMkLst>
        <pc:spChg chg="mod">
          <ac:chgData name="Abarna Balasubramanian" userId="7b4a93eb0d86a190" providerId="LiveId" clId="{6BCD3887-A920-4A68-8E84-0B762CCB8080}" dt="2025-09-11T06:34:15.209" v="1346" actId="1076"/>
          <ac:spMkLst>
            <pc:docMk/>
            <pc:sldMk cId="1060466001" sldId="263"/>
            <ac:spMk id="2" creationId="{CEF1C8A1-0932-36B0-E35B-D0DDD7FE3CE0}"/>
          </ac:spMkLst>
        </pc:spChg>
        <pc:spChg chg="del">
          <ac:chgData name="Abarna Balasubramanian" userId="7b4a93eb0d86a190" providerId="LiveId" clId="{6BCD3887-A920-4A68-8E84-0B762CCB8080}" dt="2025-09-10T14:37:19.446" v="32" actId="21"/>
          <ac:spMkLst>
            <pc:docMk/>
            <pc:sldMk cId="1060466001" sldId="263"/>
            <ac:spMk id="3" creationId="{F4223256-E795-05CC-E6F9-E71D763677C4}"/>
          </ac:spMkLst>
        </pc:spChg>
      </pc:sldChg>
      <pc:sldChg chg="modSp new mod">
        <pc:chgData name="Abarna Balasubramanian" userId="7b4a93eb0d86a190" providerId="LiveId" clId="{6BCD3887-A920-4A68-8E84-0B762CCB8080}" dt="2025-09-11T06:34:33.270" v="1348" actId="1076"/>
        <pc:sldMkLst>
          <pc:docMk/>
          <pc:sldMk cId="985908040" sldId="264"/>
        </pc:sldMkLst>
        <pc:spChg chg="mod">
          <ac:chgData name="Abarna Balasubramanian" userId="7b4a93eb0d86a190" providerId="LiveId" clId="{6BCD3887-A920-4A68-8E84-0B762CCB8080}" dt="2025-09-11T06:34:26.808" v="1347" actId="120"/>
          <ac:spMkLst>
            <pc:docMk/>
            <pc:sldMk cId="985908040" sldId="264"/>
            <ac:spMk id="2" creationId="{E5CB6F43-0AAB-4FF4-C3D7-032099D368D4}"/>
          </ac:spMkLst>
        </pc:spChg>
        <pc:spChg chg="mod">
          <ac:chgData name="Abarna Balasubramanian" userId="7b4a93eb0d86a190" providerId="LiveId" clId="{6BCD3887-A920-4A68-8E84-0B762CCB8080}" dt="2025-09-11T06:34:33.270" v="1348" actId="1076"/>
          <ac:spMkLst>
            <pc:docMk/>
            <pc:sldMk cId="985908040" sldId="264"/>
            <ac:spMk id="3" creationId="{4EEBAA3E-B9E8-D3F1-D44B-95E2DD453D76}"/>
          </ac:spMkLst>
        </pc:spChg>
      </pc:sldChg>
      <pc:sldChg chg="addSp modSp new mod">
        <pc:chgData name="Abarna Balasubramanian" userId="7b4a93eb0d86a190" providerId="LiveId" clId="{6BCD3887-A920-4A68-8E84-0B762CCB8080}" dt="2025-09-10T14:40:59.886" v="141" actId="14100"/>
        <pc:sldMkLst>
          <pc:docMk/>
          <pc:sldMk cId="4013596372" sldId="265"/>
        </pc:sldMkLst>
        <pc:picChg chg="add mod">
          <ac:chgData name="Abarna Balasubramanian" userId="7b4a93eb0d86a190" providerId="LiveId" clId="{6BCD3887-A920-4A68-8E84-0B762CCB8080}" dt="2025-09-10T14:40:59.886" v="141" actId="14100"/>
          <ac:picMkLst>
            <pc:docMk/>
            <pc:sldMk cId="4013596372" sldId="265"/>
            <ac:picMk id="2" creationId="{0D55BB15-4F58-E276-E42E-A33782F80668}"/>
          </ac:picMkLst>
        </pc:picChg>
      </pc:sldChg>
      <pc:sldChg chg="modSp new mod">
        <pc:chgData name="Abarna Balasubramanian" userId="7b4a93eb0d86a190" providerId="LiveId" clId="{6BCD3887-A920-4A68-8E84-0B762CCB8080}" dt="2025-09-11T06:35:27.206" v="1358" actId="27636"/>
        <pc:sldMkLst>
          <pc:docMk/>
          <pc:sldMk cId="2758665794" sldId="266"/>
        </pc:sldMkLst>
        <pc:spChg chg="mod">
          <ac:chgData name="Abarna Balasubramanian" userId="7b4a93eb0d86a190" providerId="LiveId" clId="{6BCD3887-A920-4A68-8E84-0B762CCB8080}" dt="2025-09-11T06:34:47.626" v="1349" actId="120"/>
          <ac:spMkLst>
            <pc:docMk/>
            <pc:sldMk cId="2758665794" sldId="266"/>
            <ac:spMk id="2" creationId="{CFD7CE2F-FC26-7BAA-A5D5-C82DCA869198}"/>
          </ac:spMkLst>
        </pc:spChg>
        <pc:spChg chg="mod">
          <ac:chgData name="Abarna Balasubramanian" userId="7b4a93eb0d86a190" providerId="LiveId" clId="{6BCD3887-A920-4A68-8E84-0B762CCB8080}" dt="2025-09-11T06:35:27.206" v="1358" actId="27636"/>
          <ac:spMkLst>
            <pc:docMk/>
            <pc:sldMk cId="2758665794" sldId="266"/>
            <ac:spMk id="3" creationId="{77DA86FD-14DC-7869-1B59-9EB0B967D02A}"/>
          </ac:spMkLst>
        </pc:spChg>
      </pc:sldChg>
      <pc:sldChg chg="addSp modSp new mod">
        <pc:chgData name="Abarna Balasubramanian" userId="7b4a93eb0d86a190" providerId="LiveId" clId="{6BCD3887-A920-4A68-8E84-0B762CCB8080}" dt="2025-09-10T14:47:38.173" v="205" actId="14100"/>
        <pc:sldMkLst>
          <pc:docMk/>
          <pc:sldMk cId="66821958" sldId="267"/>
        </pc:sldMkLst>
        <pc:picChg chg="add mod">
          <ac:chgData name="Abarna Balasubramanian" userId="7b4a93eb0d86a190" providerId="LiveId" clId="{6BCD3887-A920-4A68-8E84-0B762CCB8080}" dt="2025-09-10T14:47:32.333" v="203" actId="1076"/>
          <ac:picMkLst>
            <pc:docMk/>
            <pc:sldMk cId="66821958" sldId="267"/>
            <ac:picMk id="2" creationId="{61BE4E7A-3259-69EC-4C7C-9EF599D73E1C}"/>
          </ac:picMkLst>
        </pc:picChg>
        <pc:picChg chg="add mod">
          <ac:chgData name="Abarna Balasubramanian" userId="7b4a93eb0d86a190" providerId="LiveId" clId="{6BCD3887-A920-4A68-8E84-0B762CCB8080}" dt="2025-09-10T14:47:38.173" v="205" actId="14100"/>
          <ac:picMkLst>
            <pc:docMk/>
            <pc:sldMk cId="66821958" sldId="267"/>
            <ac:picMk id="3" creationId="{4E784C14-9DB1-5CBC-95A1-0E3BE5324343}"/>
          </ac:picMkLst>
        </pc:picChg>
      </pc:sldChg>
      <pc:sldChg chg="addSp delSp modSp new mod">
        <pc:chgData name="Abarna Balasubramanian" userId="7b4a93eb0d86a190" providerId="LiveId" clId="{6BCD3887-A920-4A68-8E84-0B762CCB8080}" dt="2025-09-11T06:37:02.801" v="1363" actId="120"/>
        <pc:sldMkLst>
          <pc:docMk/>
          <pc:sldMk cId="3122191322" sldId="268"/>
        </pc:sldMkLst>
        <pc:spChg chg="mod">
          <ac:chgData name="Abarna Balasubramanian" userId="7b4a93eb0d86a190" providerId="LiveId" clId="{6BCD3887-A920-4A68-8E84-0B762CCB8080}" dt="2025-09-11T06:37:02.801" v="1363" actId="120"/>
          <ac:spMkLst>
            <pc:docMk/>
            <pc:sldMk cId="3122191322" sldId="268"/>
            <ac:spMk id="2" creationId="{075372AD-7033-4D58-BD88-C90337167C35}"/>
          </ac:spMkLst>
        </pc:spChg>
        <pc:spChg chg="mod">
          <ac:chgData name="Abarna Balasubramanian" userId="7b4a93eb0d86a190" providerId="LiveId" clId="{6BCD3887-A920-4A68-8E84-0B762CCB8080}" dt="2025-09-11T06:36:58.537" v="1362" actId="1076"/>
          <ac:spMkLst>
            <pc:docMk/>
            <pc:sldMk cId="3122191322" sldId="268"/>
            <ac:spMk id="3" creationId="{674DA3CF-7BEE-E934-3658-5F40A1519023}"/>
          </ac:spMkLst>
        </pc:spChg>
        <pc:picChg chg="add del mod">
          <ac:chgData name="Abarna Balasubramanian" userId="7b4a93eb0d86a190" providerId="LiveId" clId="{6BCD3887-A920-4A68-8E84-0B762CCB8080}" dt="2025-09-10T16:16:30.204" v="925" actId="478"/>
          <ac:picMkLst>
            <pc:docMk/>
            <pc:sldMk cId="3122191322" sldId="268"/>
            <ac:picMk id="4" creationId="{5623C685-FBE5-267D-C164-54519ED4C41C}"/>
          </ac:picMkLst>
        </pc:picChg>
        <pc:picChg chg="add mod">
          <ac:chgData name="Abarna Balasubramanian" userId="7b4a93eb0d86a190" providerId="LiveId" clId="{6BCD3887-A920-4A68-8E84-0B762CCB8080}" dt="2025-09-11T06:36:48.728" v="1360" actId="1076"/>
          <ac:picMkLst>
            <pc:docMk/>
            <pc:sldMk cId="3122191322" sldId="268"/>
            <ac:picMk id="6" creationId="{59E6DFB3-8EDB-BB24-F951-B65D5622BF2D}"/>
          </ac:picMkLst>
        </pc:picChg>
      </pc:sldChg>
      <pc:sldChg chg="new del">
        <pc:chgData name="Abarna Balasubramanian" userId="7b4a93eb0d86a190" providerId="LiveId" clId="{6BCD3887-A920-4A68-8E84-0B762CCB8080}" dt="2025-09-10T14:57:47.046" v="230" actId="2696"/>
        <pc:sldMkLst>
          <pc:docMk/>
          <pc:sldMk cId="1179542089" sldId="269"/>
        </pc:sldMkLst>
      </pc:sldChg>
      <pc:sldChg chg="addSp modSp new mod">
        <pc:chgData name="Abarna Balasubramanian" userId="7b4a93eb0d86a190" providerId="LiveId" clId="{6BCD3887-A920-4A68-8E84-0B762CCB8080}" dt="2025-09-11T06:37:15.158" v="1364" actId="1076"/>
        <pc:sldMkLst>
          <pc:docMk/>
          <pc:sldMk cId="3908963192" sldId="269"/>
        </pc:sldMkLst>
        <pc:spChg chg="add mod">
          <ac:chgData name="Abarna Balasubramanian" userId="7b4a93eb0d86a190" providerId="LiveId" clId="{6BCD3887-A920-4A68-8E84-0B762CCB8080}" dt="2025-09-11T06:12:36.359" v="1092" actId="2711"/>
          <ac:spMkLst>
            <pc:docMk/>
            <pc:sldMk cId="3908963192" sldId="269"/>
            <ac:spMk id="3" creationId="{E6D0F49B-1F52-9A3F-E57A-783A8D9D33BD}"/>
          </ac:spMkLst>
        </pc:spChg>
        <pc:picChg chg="add mod">
          <ac:chgData name="Abarna Balasubramanian" userId="7b4a93eb0d86a190" providerId="LiveId" clId="{6BCD3887-A920-4A68-8E84-0B762CCB8080}" dt="2025-09-11T06:37:15.158" v="1364" actId="1076"/>
          <ac:picMkLst>
            <pc:docMk/>
            <pc:sldMk cId="3908963192" sldId="269"/>
            <ac:picMk id="4" creationId="{5D122DE4-54F7-9659-1BB1-DF134B3358A1}"/>
          </ac:picMkLst>
        </pc:picChg>
      </pc:sldChg>
      <pc:sldChg chg="new del">
        <pc:chgData name="Abarna Balasubramanian" userId="7b4a93eb0d86a190" providerId="LiveId" clId="{6BCD3887-A920-4A68-8E84-0B762CCB8080}" dt="2025-09-10T14:57:32.201" v="228" actId="2696"/>
        <pc:sldMkLst>
          <pc:docMk/>
          <pc:sldMk cId="4179078026" sldId="269"/>
        </pc:sldMkLst>
      </pc:sldChg>
      <pc:sldChg chg="addSp modSp new mod">
        <pc:chgData name="Abarna Balasubramanian" userId="7b4a93eb0d86a190" providerId="LiveId" clId="{6BCD3887-A920-4A68-8E84-0B762CCB8080}" dt="2025-09-11T06:12:49.299" v="1093" actId="2711"/>
        <pc:sldMkLst>
          <pc:docMk/>
          <pc:sldMk cId="4000196816" sldId="270"/>
        </pc:sldMkLst>
        <pc:spChg chg="add mod">
          <ac:chgData name="Abarna Balasubramanian" userId="7b4a93eb0d86a190" providerId="LiveId" clId="{6BCD3887-A920-4A68-8E84-0B762CCB8080}" dt="2025-09-11T06:12:49.299" v="1093" actId="2711"/>
          <ac:spMkLst>
            <pc:docMk/>
            <pc:sldMk cId="4000196816" sldId="270"/>
            <ac:spMk id="3" creationId="{85B626FC-7754-0267-805A-0DA0AF4765CD}"/>
          </ac:spMkLst>
        </pc:spChg>
        <pc:picChg chg="add mod">
          <ac:chgData name="Abarna Balasubramanian" userId="7b4a93eb0d86a190" providerId="LiveId" clId="{6BCD3887-A920-4A68-8E84-0B762CCB8080}" dt="2025-09-10T16:18:58.129" v="936" actId="1076"/>
          <ac:picMkLst>
            <pc:docMk/>
            <pc:sldMk cId="4000196816" sldId="270"/>
            <ac:picMk id="4" creationId="{99727FE7-81AB-556A-848D-C444F290BAA4}"/>
          </ac:picMkLst>
        </pc:picChg>
      </pc:sldChg>
      <pc:sldChg chg="addSp modSp new del mod">
        <pc:chgData name="Abarna Balasubramanian" userId="7b4a93eb0d86a190" providerId="LiveId" clId="{6BCD3887-A920-4A68-8E84-0B762CCB8080}" dt="2025-09-10T15:09:11.869" v="341" actId="2696"/>
        <pc:sldMkLst>
          <pc:docMk/>
          <pc:sldMk cId="2603817064" sldId="271"/>
        </pc:sldMkLst>
        <pc:spChg chg="add mod">
          <ac:chgData name="Abarna Balasubramanian" userId="7b4a93eb0d86a190" providerId="LiveId" clId="{6BCD3887-A920-4A68-8E84-0B762CCB8080}" dt="2025-09-10T15:09:01.887" v="340"/>
          <ac:spMkLst>
            <pc:docMk/>
            <pc:sldMk cId="2603817064" sldId="271"/>
            <ac:spMk id="3" creationId="{646E8E96-D1C1-FBB3-6F85-FB467A928E2C}"/>
          </ac:spMkLst>
        </pc:spChg>
      </pc:sldChg>
      <pc:sldChg chg="addSp modSp new mod">
        <pc:chgData name="Abarna Balasubramanian" userId="7b4a93eb0d86a190" providerId="LiveId" clId="{6BCD3887-A920-4A68-8E84-0B762CCB8080}" dt="2025-09-11T06:37:52.634" v="1367" actId="1076"/>
        <pc:sldMkLst>
          <pc:docMk/>
          <pc:sldMk cId="2612692424" sldId="271"/>
        </pc:sldMkLst>
        <pc:spChg chg="add mod">
          <ac:chgData name="Abarna Balasubramanian" userId="7b4a93eb0d86a190" providerId="LiveId" clId="{6BCD3887-A920-4A68-8E84-0B762CCB8080}" dt="2025-09-11T06:37:52.634" v="1367" actId="1076"/>
          <ac:spMkLst>
            <pc:docMk/>
            <pc:sldMk cId="2612692424" sldId="271"/>
            <ac:spMk id="3" creationId="{7B002048-DE96-02C2-D611-1993FE690E3D}"/>
          </ac:spMkLst>
        </pc:spChg>
      </pc:sldChg>
      <pc:sldChg chg="modSp new del mod">
        <pc:chgData name="Abarna Balasubramanian" userId="7b4a93eb0d86a190" providerId="LiveId" clId="{6BCD3887-A920-4A68-8E84-0B762CCB8080}" dt="2025-09-10T15:05:59.409" v="298" actId="2696"/>
        <pc:sldMkLst>
          <pc:docMk/>
          <pc:sldMk cId="1880488723" sldId="272"/>
        </pc:sldMkLst>
        <pc:spChg chg="mod">
          <ac:chgData name="Abarna Balasubramanian" userId="7b4a93eb0d86a190" providerId="LiveId" clId="{6BCD3887-A920-4A68-8E84-0B762CCB8080}" dt="2025-09-10T15:05:26.194" v="297" actId="20577"/>
          <ac:spMkLst>
            <pc:docMk/>
            <pc:sldMk cId="1880488723" sldId="272"/>
            <ac:spMk id="3" creationId="{2AB1ECC5-CAB3-7EBD-69FD-11D9A536A27A}"/>
          </ac:spMkLst>
        </pc:spChg>
        <pc:spChg chg="mod">
          <ac:chgData name="Abarna Balasubramanian" userId="7b4a93eb0d86a190" providerId="LiveId" clId="{6BCD3887-A920-4A68-8E84-0B762CCB8080}" dt="2025-09-10T15:04:45.886" v="261" actId="27636"/>
          <ac:spMkLst>
            <pc:docMk/>
            <pc:sldMk cId="1880488723" sldId="272"/>
            <ac:spMk id="4" creationId="{E635F00E-CC62-DB59-2779-676C961522F9}"/>
          </ac:spMkLst>
        </pc:spChg>
      </pc:sldChg>
      <pc:sldChg chg="addSp modSp new del mod">
        <pc:chgData name="Abarna Balasubramanian" userId="7b4a93eb0d86a190" providerId="LiveId" clId="{6BCD3887-A920-4A68-8E84-0B762CCB8080}" dt="2025-09-10T15:10:19.462" v="350" actId="2696"/>
        <pc:sldMkLst>
          <pc:docMk/>
          <pc:sldMk cId="3787102601" sldId="272"/>
        </pc:sldMkLst>
        <pc:spChg chg="add mod">
          <ac:chgData name="Abarna Balasubramanian" userId="7b4a93eb0d86a190" providerId="LiveId" clId="{6BCD3887-A920-4A68-8E84-0B762CCB8080}" dt="2025-09-10T15:10:14.142" v="348"/>
          <ac:spMkLst>
            <pc:docMk/>
            <pc:sldMk cId="3787102601" sldId="272"/>
            <ac:spMk id="3" creationId="{7E1DC151-DD39-77E7-F69F-E7F029C69790}"/>
          </ac:spMkLst>
        </pc:spChg>
      </pc:sldChg>
      <pc:sldChg chg="addSp modSp new mod">
        <pc:chgData name="Abarna Balasubramanian" userId="7b4a93eb0d86a190" providerId="LiveId" clId="{6BCD3887-A920-4A68-8E84-0B762CCB8080}" dt="2025-09-11T06:25:10.597" v="1220" actId="13926"/>
        <pc:sldMkLst>
          <pc:docMk/>
          <pc:sldMk cId="4053183270" sldId="272"/>
        </pc:sldMkLst>
        <pc:spChg chg="add mod">
          <ac:chgData name="Abarna Balasubramanian" userId="7b4a93eb0d86a190" providerId="LiveId" clId="{6BCD3887-A920-4A68-8E84-0B762CCB8080}" dt="2025-09-11T06:25:10.597" v="1220" actId="13926"/>
          <ac:spMkLst>
            <pc:docMk/>
            <pc:sldMk cId="4053183270" sldId="272"/>
            <ac:spMk id="3" creationId="{8B9C2DD0-3377-E940-5CD8-246D0A0EC717}"/>
          </ac:spMkLst>
        </pc:spChg>
      </pc:sldChg>
      <pc:sldChg chg="delSp modSp new del mod">
        <pc:chgData name="Abarna Balasubramanian" userId="7b4a93eb0d86a190" providerId="LiveId" clId="{6BCD3887-A920-4A68-8E84-0B762CCB8080}" dt="2025-09-10T15:06:51.619" v="309" actId="2696"/>
        <pc:sldMkLst>
          <pc:docMk/>
          <pc:sldMk cId="4163606599" sldId="272"/>
        </pc:sldMkLst>
        <pc:spChg chg="del">
          <ac:chgData name="Abarna Balasubramanian" userId="7b4a93eb0d86a190" providerId="LiveId" clId="{6BCD3887-A920-4A68-8E84-0B762CCB8080}" dt="2025-09-10T15:06:09.109" v="300" actId="21"/>
          <ac:spMkLst>
            <pc:docMk/>
            <pc:sldMk cId="4163606599" sldId="272"/>
            <ac:spMk id="3" creationId="{676031DC-D002-DC60-BDFB-117431977437}"/>
          </ac:spMkLst>
        </pc:spChg>
        <pc:spChg chg="mod">
          <ac:chgData name="Abarna Balasubramanian" userId="7b4a93eb0d86a190" providerId="LiveId" clId="{6BCD3887-A920-4A68-8E84-0B762CCB8080}" dt="2025-09-10T15:06:48.056" v="308" actId="1076"/>
          <ac:spMkLst>
            <pc:docMk/>
            <pc:sldMk cId="4163606599" sldId="272"/>
            <ac:spMk id="4" creationId="{385504B8-A350-B5D2-8575-B915EE81E69C}"/>
          </ac:spMkLst>
        </pc:spChg>
      </pc:sldChg>
      <pc:sldChg chg="addSp modSp new mod">
        <pc:chgData name="Abarna Balasubramanian" userId="7b4a93eb0d86a190" providerId="LiveId" clId="{6BCD3887-A920-4A68-8E84-0B762CCB8080}" dt="2025-09-11T06:38:01.833" v="1368" actId="1076"/>
        <pc:sldMkLst>
          <pc:docMk/>
          <pc:sldMk cId="240227209" sldId="273"/>
        </pc:sldMkLst>
        <pc:spChg chg="add mod">
          <ac:chgData name="Abarna Balasubramanian" userId="7b4a93eb0d86a190" providerId="LiveId" clId="{6BCD3887-A920-4A68-8E84-0B762CCB8080}" dt="2025-09-11T06:38:01.833" v="1368" actId="1076"/>
          <ac:spMkLst>
            <pc:docMk/>
            <pc:sldMk cId="240227209" sldId="273"/>
            <ac:spMk id="3" creationId="{4DBA6058-EC72-075C-C944-F18473A9C35F}"/>
          </ac:spMkLst>
        </pc:spChg>
      </pc:sldChg>
      <pc:sldChg chg="add del">
        <pc:chgData name="Abarna Balasubramanian" userId="7b4a93eb0d86a190" providerId="LiveId" clId="{6BCD3887-A920-4A68-8E84-0B762CCB8080}" dt="2025-09-10T15:10:21.455" v="351" actId="2696"/>
        <pc:sldMkLst>
          <pc:docMk/>
          <pc:sldMk cId="821799398" sldId="273"/>
        </pc:sldMkLst>
      </pc:sldChg>
      <pc:sldChg chg="new del">
        <pc:chgData name="Abarna Balasubramanian" userId="7b4a93eb0d86a190" providerId="LiveId" clId="{6BCD3887-A920-4A68-8E84-0B762CCB8080}" dt="2025-09-10T15:11:29.727" v="363" actId="2696"/>
        <pc:sldMkLst>
          <pc:docMk/>
          <pc:sldMk cId="2285131508" sldId="273"/>
        </pc:sldMkLst>
      </pc:sldChg>
      <pc:sldChg chg="addSp modSp new del mod">
        <pc:chgData name="Abarna Balasubramanian" userId="7b4a93eb0d86a190" providerId="LiveId" clId="{6BCD3887-A920-4A68-8E84-0B762CCB8080}" dt="2025-09-10T15:11:06.446" v="361" actId="2696"/>
        <pc:sldMkLst>
          <pc:docMk/>
          <pc:sldMk cId="3405974282" sldId="273"/>
        </pc:sldMkLst>
        <pc:spChg chg="add mod">
          <ac:chgData name="Abarna Balasubramanian" userId="7b4a93eb0d86a190" providerId="LiveId" clId="{6BCD3887-A920-4A68-8E84-0B762CCB8080}" dt="2025-09-10T15:11:03.005" v="360"/>
          <ac:spMkLst>
            <pc:docMk/>
            <pc:sldMk cId="3405974282" sldId="273"/>
            <ac:spMk id="3" creationId="{E19AF5D2-F530-08D1-05D0-3DAA62C0E217}"/>
          </ac:spMkLst>
        </pc:spChg>
      </pc:sldChg>
      <pc:sldChg chg="addSp delSp modSp new del mod">
        <pc:chgData name="Abarna Balasubramanian" userId="7b4a93eb0d86a190" providerId="LiveId" clId="{6BCD3887-A920-4A68-8E84-0B762CCB8080}" dt="2025-09-10T15:36:49.727" v="580" actId="2696"/>
        <pc:sldMkLst>
          <pc:docMk/>
          <pc:sldMk cId="3360416381" sldId="274"/>
        </pc:sldMkLst>
        <pc:spChg chg="mod">
          <ac:chgData name="Abarna Balasubramanian" userId="7b4a93eb0d86a190" providerId="LiveId" clId="{6BCD3887-A920-4A68-8E84-0B762CCB8080}" dt="2025-09-10T15:12:43.420" v="379" actId="1076"/>
          <ac:spMkLst>
            <pc:docMk/>
            <pc:sldMk cId="3360416381" sldId="274"/>
            <ac:spMk id="2" creationId="{9A387A5C-2C94-D78F-830B-454821208730}"/>
          </ac:spMkLst>
        </pc:spChg>
        <pc:spChg chg="mod">
          <ac:chgData name="Abarna Balasubramanian" userId="7b4a93eb0d86a190" providerId="LiveId" clId="{6BCD3887-A920-4A68-8E84-0B762CCB8080}" dt="2025-09-10T15:16:24.004" v="428" actId="20577"/>
          <ac:spMkLst>
            <pc:docMk/>
            <pc:sldMk cId="3360416381" sldId="274"/>
            <ac:spMk id="3" creationId="{63D8CFFF-CED0-49E0-26C2-91160DE25358}"/>
          </ac:spMkLst>
        </pc:spChg>
        <pc:picChg chg="add del mod">
          <ac:chgData name="Abarna Balasubramanian" userId="7b4a93eb0d86a190" providerId="LiveId" clId="{6BCD3887-A920-4A68-8E84-0B762CCB8080}" dt="2025-09-10T15:17:11.874" v="429" actId="478"/>
          <ac:picMkLst>
            <pc:docMk/>
            <pc:sldMk cId="3360416381" sldId="274"/>
            <ac:picMk id="5" creationId="{549FCC6B-ADE8-CB2C-89B0-87E376DFAA6E}"/>
          </ac:picMkLst>
        </pc:picChg>
        <pc:picChg chg="add mod">
          <ac:chgData name="Abarna Balasubramanian" userId="7b4a93eb0d86a190" providerId="LiveId" clId="{6BCD3887-A920-4A68-8E84-0B762CCB8080}" dt="2025-09-10T15:17:26.437" v="435" actId="14100"/>
          <ac:picMkLst>
            <pc:docMk/>
            <pc:sldMk cId="3360416381" sldId="274"/>
            <ac:picMk id="7" creationId="{7F60383D-6DE0-A126-C62B-D7D54202F06B}"/>
          </ac:picMkLst>
        </pc:picChg>
      </pc:sldChg>
      <pc:sldChg chg="addSp modSp new del mod">
        <pc:chgData name="Abarna Balasubramanian" userId="7b4a93eb0d86a190" providerId="LiveId" clId="{6BCD3887-A920-4A68-8E84-0B762CCB8080}" dt="2025-09-10T15:37:43.057" v="581" actId="2696"/>
        <pc:sldMkLst>
          <pc:docMk/>
          <pc:sldMk cId="3242763933" sldId="275"/>
        </pc:sldMkLst>
        <pc:picChg chg="add mod">
          <ac:chgData name="Abarna Balasubramanian" userId="7b4a93eb0d86a190" providerId="LiveId" clId="{6BCD3887-A920-4A68-8E84-0B762CCB8080}" dt="2025-09-10T15:16:01.861" v="404" actId="1076"/>
          <ac:picMkLst>
            <pc:docMk/>
            <pc:sldMk cId="3242763933" sldId="275"/>
            <ac:picMk id="3" creationId="{A4CE0410-4CB5-3314-716B-84DBB967D022}"/>
          </ac:picMkLst>
        </pc:picChg>
      </pc:sldChg>
      <pc:sldChg chg="new del">
        <pc:chgData name="Abarna Balasubramanian" userId="7b4a93eb0d86a190" providerId="LiveId" clId="{6BCD3887-A920-4A68-8E84-0B762CCB8080}" dt="2025-09-10T15:17:45.099" v="437" actId="2696"/>
        <pc:sldMkLst>
          <pc:docMk/>
          <pc:sldMk cId="3375613696" sldId="276"/>
        </pc:sldMkLst>
      </pc:sldChg>
      <pc:sldChg chg="addSp modSp new mod">
        <pc:chgData name="Abarna Balasubramanian" userId="7b4a93eb0d86a190" providerId="LiveId" clId="{6BCD3887-A920-4A68-8E84-0B762CCB8080}" dt="2025-09-11T06:14:01.750" v="1096" actId="2711"/>
        <pc:sldMkLst>
          <pc:docMk/>
          <pc:sldMk cId="3439134913" sldId="276"/>
        </pc:sldMkLst>
        <pc:spChg chg="add mod">
          <ac:chgData name="Abarna Balasubramanian" userId="7b4a93eb0d86a190" providerId="LiveId" clId="{6BCD3887-A920-4A68-8E84-0B762CCB8080}" dt="2025-09-11T06:13:53.625" v="1095" actId="2711"/>
          <ac:spMkLst>
            <pc:docMk/>
            <pc:sldMk cId="3439134913" sldId="276"/>
            <ac:spMk id="3" creationId="{E610B59E-2CE8-377A-DC00-2C68124765AA}"/>
          </ac:spMkLst>
        </pc:spChg>
        <pc:spChg chg="add mod">
          <ac:chgData name="Abarna Balasubramanian" userId="7b4a93eb0d86a190" providerId="LiveId" clId="{6BCD3887-A920-4A68-8E84-0B762CCB8080}" dt="2025-09-11T06:14:01.750" v="1096" actId="2711"/>
          <ac:spMkLst>
            <pc:docMk/>
            <pc:sldMk cId="3439134913" sldId="276"/>
            <ac:spMk id="7" creationId="{354E7BC7-725F-84CF-FFBD-F2666A47994F}"/>
          </ac:spMkLst>
        </pc:spChg>
        <pc:picChg chg="add mod">
          <ac:chgData name="Abarna Balasubramanian" userId="7b4a93eb0d86a190" providerId="LiveId" clId="{6BCD3887-A920-4A68-8E84-0B762CCB8080}" dt="2025-09-10T15:21:24.588" v="493" actId="1076"/>
          <ac:picMkLst>
            <pc:docMk/>
            <pc:sldMk cId="3439134913" sldId="276"/>
            <ac:picMk id="5" creationId="{9CE8DDDD-E4E8-D671-A2F1-A1AB453047D2}"/>
          </ac:picMkLst>
        </pc:picChg>
        <pc:picChg chg="add mod">
          <ac:chgData name="Abarna Balasubramanian" userId="7b4a93eb0d86a190" providerId="LiveId" clId="{6BCD3887-A920-4A68-8E84-0B762CCB8080}" dt="2025-09-10T15:21:27.340" v="494" actId="14100"/>
          <ac:picMkLst>
            <pc:docMk/>
            <pc:sldMk cId="3439134913" sldId="276"/>
            <ac:picMk id="8" creationId="{BFC48738-34B9-9501-D9D0-AC7F5FCF87C2}"/>
          </ac:picMkLst>
        </pc:picChg>
      </pc:sldChg>
      <pc:sldChg chg="addSp delSp modSp new mod">
        <pc:chgData name="Abarna Balasubramanian" userId="7b4a93eb0d86a190" providerId="LiveId" clId="{6BCD3887-A920-4A68-8E84-0B762CCB8080}" dt="2025-09-11T06:14:13.712" v="1097" actId="2711"/>
        <pc:sldMkLst>
          <pc:docMk/>
          <pc:sldMk cId="3296435145" sldId="277"/>
        </pc:sldMkLst>
        <pc:spChg chg="add del mod">
          <ac:chgData name="Abarna Balasubramanian" userId="7b4a93eb0d86a190" providerId="LiveId" clId="{6BCD3887-A920-4A68-8E84-0B762CCB8080}" dt="2025-09-10T15:21:46.624" v="497" actId="21"/>
          <ac:spMkLst>
            <pc:docMk/>
            <pc:sldMk cId="3296435145" sldId="277"/>
            <ac:spMk id="3" creationId="{BB6DF182-AD54-8155-ECF4-65DD76C7A94E}"/>
          </ac:spMkLst>
        </pc:spChg>
        <pc:spChg chg="add mod">
          <ac:chgData name="Abarna Balasubramanian" userId="7b4a93eb0d86a190" providerId="LiveId" clId="{6BCD3887-A920-4A68-8E84-0B762CCB8080}" dt="2025-09-11T06:14:13.712" v="1097" actId="2711"/>
          <ac:spMkLst>
            <pc:docMk/>
            <pc:sldMk cId="3296435145" sldId="277"/>
            <ac:spMk id="6" creationId="{D0552016-096E-B11D-A067-900CF33532F2}"/>
          </ac:spMkLst>
        </pc:spChg>
        <pc:picChg chg="add del mod">
          <ac:chgData name="Abarna Balasubramanian" userId="7b4a93eb0d86a190" providerId="LiveId" clId="{6BCD3887-A920-4A68-8E84-0B762CCB8080}" dt="2025-09-10T15:22:07.922" v="502" actId="478"/>
          <ac:picMkLst>
            <pc:docMk/>
            <pc:sldMk cId="3296435145" sldId="277"/>
            <ac:picMk id="4" creationId="{72F81564-2734-F61C-4C00-E9161BA706E5}"/>
          </ac:picMkLst>
        </pc:picChg>
        <pc:picChg chg="add mod">
          <ac:chgData name="Abarna Balasubramanian" userId="7b4a93eb0d86a190" providerId="LiveId" clId="{6BCD3887-A920-4A68-8E84-0B762CCB8080}" dt="2025-09-10T15:35:34.011" v="568" actId="1076"/>
          <ac:picMkLst>
            <pc:docMk/>
            <pc:sldMk cId="3296435145" sldId="277"/>
            <ac:picMk id="7" creationId="{A87C5F34-8B07-8C90-4F22-D0C716264BDE}"/>
          </ac:picMkLst>
        </pc:picChg>
        <pc:picChg chg="add mod">
          <ac:chgData name="Abarna Balasubramanian" userId="7b4a93eb0d86a190" providerId="LiveId" clId="{6BCD3887-A920-4A68-8E84-0B762CCB8080}" dt="2025-09-10T15:35:31.483" v="567" actId="1076"/>
          <ac:picMkLst>
            <pc:docMk/>
            <pc:sldMk cId="3296435145" sldId="277"/>
            <ac:picMk id="8" creationId="{A906BC69-0568-FF95-0E4C-00DA51FAF624}"/>
          </ac:picMkLst>
        </pc:picChg>
      </pc:sldChg>
      <pc:sldChg chg="new del">
        <pc:chgData name="Abarna Balasubramanian" userId="7b4a93eb0d86a190" providerId="LiveId" clId="{6BCD3887-A920-4A68-8E84-0B762CCB8080}" dt="2025-09-10T15:31:31.441" v="510" actId="2696"/>
        <pc:sldMkLst>
          <pc:docMk/>
          <pc:sldMk cId="411963402" sldId="278"/>
        </pc:sldMkLst>
      </pc:sldChg>
      <pc:sldChg chg="addSp modSp new del mod">
        <pc:chgData name="Abarna Balasubramanian" userId="7b4a93eb0d86a190" providerId="LiveId" clId="{6BCD3887-A920-4A68-8E84-0B762CCB8080}" dt="2025-09-10T15:35:14.755" v="563" actId="2696"/>
        <pc:sldMkLst>
          <pc:docMk/>
          <pc:sldMk cId="1090036653" sldId="278"/>
        </pc:sldMkLst>
        <pc:spChg chg="mod">
          <ac:chgData name="Abarna Balasubramanian" userId="7b4a93eb0d86a190" providerId="LiveId" clId="{6BCD3887-A920-4A68-8E84-0B762CCB8080}" dt="2025-09-10T15:31:40.690" v="512"/>
          <ac:spMkLst>
            <pc:docMk/>
            <pc:sldMk cId="1090036653" sldId="278"/>
            <ac:spMk id="2" creationId="{41104050-3F6C-44D2-8606-61955A649281}"/>
          </ac:spMkLst>
        </pc:spChg>
        <pc:spChg chg="mod">
          <ac:chgData name="Abarna Balasubramanian" userId="7b4a93eb0d86a190" providerId="LiveId" clId="{6BCD3887-A920-4A68-8E84-0B762CCB8080}" dt="2025-09-10T15:33:12.259" v="542" actId="1076"/>
          <ac:spMkLst>
            <pc:docMk/>
            <pc:sldMk cId="1090036653" sldId="278"/>
            <ac:spMk id="3" creationId="{DC848C4C-CA79-57EA-52B4-E50B32FDBE07}"/>
          </ac:spMkLst>
        </pc:spChg>
        <pc:picChg chg="add mod">
          <ac:chgData name="Abarna Balasubramanian" userId="7b4a93eb0d86a190" providerId="LiveId" clId="{6BCD3887-A920-4A68-8E84-0B762CCB8080}" dt="2025-09-10T15:33:17.443" v="543" actId="14100"/>
          <ac:picMkLst>
            <pc:docMk/>
            <pc:sldMk cId="1090036653" sldId="278"/>
            <ac:picMk id="4" creationId="{75A34D23-E837-FFDE-69B1-7091E483C0A7}"/>
          </ac:picMkLst>
        </pc:picChg>
      </pc:sldChg>
      <pc:sldChg chg="addSp delSp modSp new mod">
        <pc:chgData name="Abarna Balasubramanian" userId="7b4a93eb0d86a190" providerId="LiveId" clId="{6BCD3887-A920-4A68-8E84-0B762CCB8080}" dt="2025-09-11T06:38:52.833" v="1377" actId="120"/>
        <pc:sldMkLst>
          <pc:docMk/>
          <pc:sldMk cId="2408876673" sldId="279"/>
        </pc:sldMkLst>
        <pc:spChg chg="mod">
          <ac:chgData name="Abarna Balasubramanian" userId="7b4a93eb0d86a190" providerId="LiveId" clId="{6BCD3887-A920-4A68-8E84-0B762CCB8080}" dt="2025-09-11T06:38:52.833" v="1377" actId="120"/>
          <ac:spMkLst>
            <pc:docMk/>
            <pc:sldMk cId="2408876673" sldId="279"/>
            <ac:spMk id="2" creationId="{170EDDAD-2ADF-03DD-B06A-783ABE7EC37E}"/>
          </ac:spMkLst>
        </pc:spChg>
        <pc:spChg chg="mod">
          <ac:chgData name="Abarna Balasubramanian" userId="7b4a93eb0d86a190" providerId="LiveId" clId="{6BCD3887-A920-4A68-8E84-0B762CCB8080}" dt="2025-09-11T06:38:35.285" v="1372" actId="1076"/>
          <ac:spMkLst>
            <pc:docMk/>
            <pc:sldMk cId="2408876673" sldId="279"/>
            <ac:spMk id="3" creationId="{847E997C-DC28-A3D8-5475-B67FD242261F}"/>
          </ac:spMkLst>
        </pc:spChg>
        <pc:spChg chg="del">
          <ac:chgData name="Abarna Balasubramanian" userId="7b4a93eb0d86a190" providerId="LiveId" clId="{6BCD3887-A920-4A68-8E84-0B762CCB8080}" dt="2025-09-10T15:34:28.173" v="547"/>
          <ac:spMkLst>
            <pc:docMk/>
            <pc:sldMk cId="2408876673" sldId="279"/>
            <ac:spMk id="4" creationId="{6AC7C77B-648D-815F-34D9-CAF46CDC278D}"/>
          </ac:spMkLst>
        </pc:spChg>
        <pc:picChg chg="add mod">
          <ac:chgData name="Abarna Balasubramanian" userId="7b4a93eb0d86a190" providerId="LiveId" clId="{6BCD3887-A920-4A68-8E84-0B762CCB8080}" dt="2025-09-11T06:38:47.537" v="1376" actId="1076"/>
          <ac:picMkLst>
            <pc:docMk/>
            <pc:sldMk cId="2408876673" sldId="279"/>
            <ac:picMk id="5" creationId="{0B538CA8-5A71-0183-39CD-6ABAC104159F}"/>
          </ac:picMkLst>
        </pc:picChg>
      </pc:sldChg>
      <pc:sldChg chg="addSp delSp modSp new mod">
        <pc:chgData name="Abarna Balasubramanian" userId="7b4a93eb0d86a190" providerId="LiveId" clId="{6BCD3887-A920-4A68-8E84-0B762CCB8080}" dt="2025-09-11T06:38:18.511" v="1371" actId="14100"/>
        <pc:sldMkLst>
          <pc:docMk/>
          <pc:sldMk cId="3679671896" sldId="280"/>
        </pc:sldMkLst>
        <pc:spChg chg="mod">
          <ac:chgData name="Abarna Balasubramanian" userId="7b4a93eb0d86a190" providerId="LiveId" clId="{6BCD3887-A920-4A68-8E84-0B762CCB8080}" dt="2025-09-10T16:34:02.695" v="1036" actId="27636"/>
          <ac:spMkLst>
            <pc:docMk/>
            <pc:sldMk cId="3679671896" sldId="280"/>
            <ac:spMk id="2" creationId="{FAB0EFE5-D1F6-060C-BCED-90BBA21911A9}"/>
          </ac:spMkLst>
        </pc:spChg>
        <pc:spChg chg="mod">
          <ac:chgData name="Abarna Balasubramanian" userId="7b4a93eb0d86a190" providerId="LiveId" clId="{6BCD3887-A920-4A68-8E84-0B762CCB8080}" dt="2025-09-11T06:38:11.215" v="1369" actId="1076"/>
          <ac:spMkLst>
            <pc:docMk/>
            <pc:sldMk cId="3679671896" sldId="280"/>
            <ac:spMk id="3" creationId="{F1308B84-B6B8-DF72-2D45-C9AAF7AA5E6F}"/>
          </ac:spMkLst>
        </pc:spChg>
        <pc:spChg chg="del">
          <ac:chgData name="Abarna Balasubramanian" userId="7b4a93eb0d86a190" providerId="LiveId" clId="{6BCD3887-A920-4A68-8E84-0B762CCB8080}" dt="2025-09-10T15:36:21.595" v="574"/>
          <ac:spMkLst>
            <pc:docMk/>
            <pc:sldMk cId="3679671896" sldId="280"/>
            <ac:spMk id="4" creationId="{CFF66EBB-F965-0753-7DB0-580C6FFAA3B0}"/>
          </ac:spMkLst>
        </pc:spChg>
        <pc:picChg chg="add mod">
          <ac:chgData name="Abarna Balasubramanian" userId="7b4a93eb0d86a190" providerId="LiveId" clId="{6BCD3887-A920-4A68-8E84-0B762CCB8080}" dt="2025-09-11T06:38:18.511" v="1371" actId="14100"/>
          <ac:picMkLst>
            <pc:docMk/>
            <pc:sldMk cId="3679671896" sldId="280"/>
            <ac:picMk id="5" creationId="{AE9741E9-11F4-30B7-281D-F3D5E3057012}"/>
          </ac:picMkLst>
        </pc:picChg>
      </pc:sldChg>
      <pc:sldChg chg="addSp delSp modSp new del mod">
        <pc:chgData name="Abarna Balasubramanian" userId="7b4a93eb0d86a190" providerId="LiveId" clId="{6BCD3887-A920-4A68-8E84-0B762CCB8080}" dt="2025-09-10T15:46:50.810" v="759" actId="2696"/>
        <pc:sldMkLst>
          <pc:docMk/>
          <pc:sldMk cId="3133052569" sldId="281"/>
        </pc:sldMkLst>
        <pc:spChg chg="mod">
          <ac:chgData name="Abarna Balasubramanian" userId="7b4a93eb0d86a190" providerId="LiveId" clId="{6BCD3887-A920-4A68-8E84-0B762CCB8080}" dt="2025-09-10T15:38:07.456" v="583"/>
          <ac:spMkLst>
            <pc:docMk/>
            <pc:sldMk cId="3133052569" sldId="281"/>
            <ac:spMk id="2" creationId="{64EFBA3F-3EF5-A4E2-BDA7-C013FBE3E402}"/>
          </ac:spMkLst>
        </pc:spChg>
        <pc:spChg chg="mod">
          <ac:chgData name="Abarna Balasubramanian" userId="7b4a93eb0d86a190" providerId="LiveId" clId="{6BCD3887-A920-4A68-8E84-0B762CCB8080}" dt="2025-09-10T15:38:54.923" v="644" actId="14100"/>
          <ac:spMkLst>
            <pc:docMk/>
            <pc:sldMk cId="3133052569" sldId="281"/>
            <ac:spMk id="3" creationId="{30B02A55-8D1B-FA21-BB01-5219E68AA14F}"/>
          </ac:spMkLst>
        </pc:spChg>
        <pc:spChg chg="del">
          <ac:chgData name="Abarna Balasubramanian" userId="7b4a93eb0d86a190" providerId="LiveId" clId="{6BCD3887-A920-4A68-8E84-0B762CCB8080}" dt="2025-09-10T15:39:01.970" v="645"/>
          <ac:spMkLst>
            <pc:docMk/>
            <pc:sldMk cId="3133052569" sldId="281"/>
            <ac:spMk id="4" creationId="{E5283EC2-77ED-A9F4-4E69-753C0A104D22}"/>
          </ac:spMkLst>
        </pc:spChg>
        <pc:picChg chg="add mod">
          <ac:chgData name="Abarna Balasubramanian" userId="7b4a93eb0d86a190" providerId="LiveId" clId="{6BCD3887-A920-4A68-8E84-0B762CCB8080}" dt="2025-09-10T15:39:09.395" v="648" actId="14100"/>
          <ac:picMkLst>
            <pc:docMk/>
            <pc:sldMk cId="3133052569" sldId="281"/>
            <ac:picMk id="5" creationId="{18C6FAC3-B375-8548-97B3-0AC4F8E3BC9F}"/>
          </ac:picMkLst>
        </pc:picChg>
      </pc:sldChg>
      <pc:sldChg chg="addSp delSp modSp new del mod">
        <pc:chgData name="Abarna Balasubramanian" userId="7b4a93eb0d86a190" providerId="LiveId" clId="{6BCD3887-A920-4A68-8E84-0B762CCB8080}" dt="2025-09-10T15:39:56.782" v="653" actId="2696"/>
        <pc:sldMkLst>
          <pc:docMk/>
          <pc:sldMk cId="870823216" sldId="282"/>
        </pc:sldMkLst>
        <pc:spChg chg="mod">
          <ac:chgData name="Abarna Balasubramanian" userId="7b4a93eb0d86a190" providerId="LiveId" clId="{6BCD3887-A920-4A68-8E84-0B762CCB8080}" dt="2025-09-10T15:39:46.977" v="650"/>
          <ac:spMkLst>
            <pc:docMk/>
            <pc:sldMk cId="870823216" sldId="282"/>
            <ac:spMk id="2" creationId="{BFA55A98-763D-5988-F711-6A4C1B0AA9FF}"/>
          </ac:spMkLst>
        </pc:spChg>
        <pc:spChg chg="add del">
          <ac:chgData name="Abarna Balasubramanian" userId="7b4a93eb0d86a190" providerId="LiveId" clId="{6BCD3887-A920-4A68-8E84-0B762CCB8080}" dt="2025-09-10T15:39:53.858" v="652" actId="22"/>
          <ac:spMkLst>
            <pc:docMk/>
            <pc:sldMk cId="870823216" sldId="282"/>
            <ac:spMk id="4" creationId="{12363D18-91B6-FC2E-1280-703AFC9365CE}"/>
          </ac:spMkLst>
        </pc:spChg>
      </pc:sldChg>
      <pc:sldChg chg="modSp new mod">
        <pc:chgData name="Abarna Balasubramanian" userId="7b4a93eb0d86a190" providerId="LiveId" clId="{6BCD3887-A920-4A68-8E84-0B762CCB8080}" dt="2025-09-11T06:17:36.945" v="1138" actId="12"/>
        <pc:sldMkLst>
          <pc:docMk/>
          <pc:sldMk cId="2703079014" sldId="282"/>
        </pc:sldMkLst>
        <pc:spChg chg="mod">
          <ac:chgData name="Abarna Balasubramanian" userId="7b4a93eb0d86a190" providerId="LiveId" clId="{6BCD3887-A920-4A68-8E84-0B762CCB8080}" dt="2025-09-11T06:17:07.198" v="1133" actId="1076"/>
          <ac:spMkLst>
            <pc:docMk/>
            <pc:sldMk cId="2703079014" sldId="282"/>
            <ac:spMk id="2" creationId="{794FB5B8-25F0-DA7A-A64D-ADAF09C1BF37}"/>
          </ac:spMkLst>
        </pc:spChg>
        <pc:spChg chg="mod">
          <ac:chgData name="Abarna Balasubramanian" userId="7b4a93eb0d86a190" providerId="LiveId" clId="{6BCD3887-A920-4A68-8E84-0B762CCB8080}" dt="2025-09-11T06:17:36.945" v="1138" actId="12"/>
          <ac:spMkLst>
            <pc:docMk/>
            <pc:sldMk cId="2703079014" sldId="282"/>
            <ac:spMk id="3" creationId="{FBB483AE-6C29-D378-8C96-209D1C35AB9C}"/>
          </ac:spMkLst>
        </pc:spChg>
      </pc:sldChg>
      <pc:sldChg chg="modSp new mod">
        <pc:chgData name="Abarna Balasubramanian" userId="7b4a93eb0d86a190" providerId="LiveId" clId="{6BCD3887-A920-4A68-8E84-0B762CCB8080}" dt="2025-09-11T06:30:46.136" v="1315" actId="27636"/>
        <pc:sldMkLst>
          <pc:docMk/>
          <pc:sldMk cId="3399940389" sldId="283"/>
        </pc:sldMkLst>
        <pc:spChg chg="mod">
          <ac:chgData name="Abarna Balasubramanian" userId="7b4a93eb0d86a190" providerId="LiveId" clId="{6BCD3887-A920-4A68-8E84-0B762CCB8080}" dt="2025-09-11T06:30:46.136" v="1315" actId="27636"/>
          <ac:spMkLst>
            <pc:docMk/>
            <pc:sldMk cId="3399940389" sldId="283"/>
            <ac:spMk id="2" creationId="{86CA8A2B-24DB-2F8F-BA08-2846D97096DE}"/>
          </ac:spMkLst>
        </pc:spChg>
        <pc:spChg chg="mod">
          <ac:chgData name="Abarna Balasubramanian" userId="7b4a93eb0d86a190" providerId="LiveId" clId="{6BCD3887-A920-4A68-8E84-0B762CCB8080}" dt="2025-09-10T16:31:42.946" v="1022" actId="1076"/>
          <ac:spMkLst>
            <pc:docMk/>
            <pc:sldMk cId="3399940389" sldId="283"/>
            <ac:spMk id="3" creationId="{204BDAC0-9865-FDC7-A65C-20850250A15C}"/>
          </ac:spMkLst>
        </pc:spChg>
      </pc:sldChg>
      <pc:sldChg chg="addSp delSp modSp new mod">
        <pc:chgData name="Abarna Balasubramanian" userId="7b4a93eb0d86a190" providerId="LiveId" clId="{6BCD3887-A920-4A68-8E84-0B762CCB8080}" dt="2025-09-11T06:40:13.800" v="1389" actId="1076"/>
        <pc:sldMkLst>
          <pc:docMk/>
          <pc:sldMk cId="2349549967" sldId="284"/>
        </pc:sldMkLst>
        <pc:spChg chg="mod">
          <ac:chgData name="Abarna Balasubramanian" userId="7b4a93eb0d86a190" providerId="LiveId" clId="{6BCD3887-A920-4A68-8E84-0B762CCB8080}" dt="2025-09-11T06:39:52.528" v="1383" actId="120"/>
          <ac:spMkLst>
            <pc:docMk/>
            <pc:sldMk cId="2349549967" sldId="284"/>
            <ac:spMk id="2" creationId="{E60BBD64-3C51-AA32-C579-3EDACAF7BD64}"/>
          </ac:spMkLst>
        </pc:spChg>
        <pc:spChg chg="mod">
          <ac:chgData name="Abarna Balasubramanian" userId="7b4a93eb0d86a190" providerId="LiveId" clId="{6BCD3887-A920-4A68-8E84-0B762CCB8080}" dt="2025-09-11T06:39:57.431" v="1384" actId="1076"/>
          <ac:spMkLst>
            <pc:docMk/>
            <pc:sldMk cId="2349549967" sldId="284"/>
            <ac:spMk id="3" creationId="{7C079615-6E10-E609-CB5F-75CF65E7F8CC}"/>
          </ac:spMkLst>
        </pc:spChg>
        <pc:spChg chg="del mod">
          <ac:chgData name="Abarna Balasubramanian" userId="7b4a93eb0d86a190" providerId="LiveId" clId="{6BCD3887-A920-4A68-8E84-0B762CCB8080}" dt="2025-09-10T15:44:48.253" v="699" actId="22"/>
          <ac:spMkLst>
            <pc:docMk/>
            <pc:sldMk cId="2349549967" sldId="284"/>
            <ac:spMk id="4" creationId="{619A2F3A-66AC-7B79-287F-962C75C44967}"/>
          </ac:spMkLst>
        </pc:spChg>
        <pc:spChg chg="mod">
          <ac:chgData name="Abarna Balasubramanian" userId="7b4a93eb0d86a190" providerId="LiveId" clId="{6BCD3887-A920-4A68-8E84-0B762CCB8080}" dt="2025-09-11T06:40:11.742" v="1388" actId="1076"/>
          <ac:spMkLst>
            <pc:docMk/>
            <pc:sldMk cId="2349549967" sldId="284"/>
            <ac:spMk id="5" creationId="{DB43648C-D691-8804-7617-F7E3C3B1C0D4}"/>
          </ac:spMkLst>
        </pc:spChg>
        <pc:spChg chg="del mod">
          <ac:chgData name="Abarna Balasubramanian" userId="7b4a93eb0d86a190" providerId="LiveId" clId="{6BCD3887-A920-4A68-8E84-0B762CCB8080}" dt="2025-09-10T15:45:38.819" v="707" actId="22"/>
          <ac:spMkLst>
            <pc:docMk/>
            <pc:sldMk cId="2349549967" sldId="284"/>
            <ac:spMk id="6" creationId="{05E5ADAB-FD2A-E1DD-01E2-04918ED2B07C}"/>
          </ac:spMkLst>
        </pc:spChg>
        <pc:picChg chg="add mod ord">
          <ac:chgData name="Abarna Balasubramanian" userId="7b4a93eb0d86a190" providerId="LiveId" clId="{6BCD3887-A920-4A68-8E84-0B762CCB8080}" dt="2025-09-11T06:40:04.180" v="1386" actId="14100"/>
          <ac:picMkLst>
            <pc:docMk/>
            <pc:sldMk cId="2349549967" sldId="284"/>
            <ac:picMk id="8" creationId="{93A1A023-9E8D-BAE4-5E3B-26B4911F4C30}"/>
          </ac:picMkLst>
        </pc:picChg>
        <pc:picChg chg="add mod ord">
          <ac:chgData name="Abarna Balasubramanian" userId="7b4a93eb0d86a190" providerId="LiveId" clId="{6BCD3887-A920-4A68-8E84-0B762CCB8080}" dt="2025-09-11T06:40:13.800" v="1389" actId="1076"/>
          <ac:picMkLst>
            <pc:docMk/>
            <pc:sldMk cId="2349549967" sldId="284"/>
            <ac:picMk id="10" creationId="{ED2DD325-6361-A666-9AFC-292072BD06AD}"/>
          </ac:picMkLst>
        </pc:picChg>
      </pc:sldChg>
      <pc:sldChg chg="addSp delSp modSp new mod">
        <pc:chgData name="Abarna Balasubramanian" userId="7b4a93eb0d86a190" providerId="LiveId" clId="{6BCD3887-A920-4A68-8E84-0B762CCB8080}" dt="2025-09-11T06:40:28.838" v="1392" actId="14100"/>
        <pc:sldMkLst>
          <pc:docMk/>
          <pc:sldMk cId="1424119727" sldId="285"/>
        </pc:sldMkLst>
        <pc:spChg chg="mod">
          <ac:chgData name="Abarna Balasubramanian" userId="7b4a93eb0d86a190" providerId="LiveId" clId="{6BCD3887-A920-4A68-8E84-0B762CCB8080}" dt="2025-09-11T06:40:22.500" v="1390" actId="120"/>
          <ac:spMkLst>
            <pc:docMk/>
            <pc:sldMk cId="1424119727" sldId="285"/>
            <ac:spMk id="2" creationId="{008770F9-C079-0E8C-A74C-B9E10F8CCCED}"/>
          </ac:spMkLst>
        </pc:spChg>
        <pc:spChg chg="mod">
          <ac:chgData name="Abarna Balasubramanian" userId="7b4a93eb0d86a190" providerId="LiveId" clId="{6BCD3887-A920-4A68-8E84-0B762CCB8080}" dt="2025-09-11T06:16:40.589" v="1127" actId="255"/>
          <ac:spMkLst>
            <pc:docMk/>
            <pc:sldMk cId="1424119727" sldId="285"/>
            <ac:spMk id="3" creationId="{D654AC0D-B75F-948F-0740-8C761BE155D5}"/>
          </ac:spMkLst>
        </pc:spChg>
        <pc:spChg chg="del">
          <ac:chgData name="Abarna Balasubramanian" userId="7b4a93eb0d86a190" providerId="LiveId" clId="{6BCD3887-A920-4A68-8E84-0B762CCB8080}" dt="2025-09-10T15:48:59.600" v="818" actId="22"/>
          <ac:spMkLst>
            <pc:docMk/>
            <pc:sldMk cId="1424119727" sldId="285"/>
            <ac:spMk id="4" creationId="{EE35300D-B9BA-0D67-0A99-918BC05AA28A}"/>
          </ac:spMkLst>
        </pc:spChg>
        <pc:spChg chg="del">
          <ac:chgData name="Abarna Balasubramanian" userId="7b4a93eb0d86a190" providerId="LiveId" clId="{6BCD3887-A920-4A68-8E84-0B762CCB8080}" dt="2025-09-10T15:48:01.613" v="774" actId="21"/>
          <ac:spMkLst>
            <pc:docMk/>
            <pc:sldMk cId="1424119727" sldId="285"/>
            <ac:spMk id="5" creationId="{8BB32979-5A0D-8498-F7B7-89CD097FC20B}"/>
          </ac:spMkLst>
        </pc:spChg>
        <pc:spChg chg="del">
          <ac:chgData name="Abarna Balasubramanian" userId="7b4a93eb0d86a190" providerId="LiveId" clId="{6BCD3887-A920-4A68-8E84-0B762CCB8080}" dt="2025-09-10T15:48:04.737" v="775" actId="21"/>
          <ac:spMkLst>
            <pc:docMk/>
            <pc:sldMk cId="1424119727" sldId="285"/>
            <ac:spMk id="6" creationId="{AB78A4E4-00E0-D40B-AD75-04340819798B}"/>
          </ac:spMkLst>
        </pc:spChg>
        <pc:picChg chg="add mod ord">
          <ac:chgData name="Abarna Balasubramanian" userId="7b4a93eb0d86a190" providerId="LiveId" clId="{6BCD3887-A920-4A68-8E84-0B762CCB8080}" dt="2025-09-11T06:40:28.838" v="1392" actId="14100"/>
          <ac:picMkLst>
            <pc:docMk/>
            <pc:sldMk cId="1424119727" sldId="285"/>
            <ac:picMk id="8" creationId="{844ABC40-2083-91CF-A86E-F16B76AE01AD}"/>
          </ac:picMkLst>
        </pc:picChg>
      </pc:sldChg>
      <pc:sldChg chg="addSp delSp modSp new mod">
        <pc:chgData name="Abarna Balasubramanian" userId="7b4a93eb0d86a190" providerId="LiveId" clId="{6BCD3887-A920-4A68-8E84-0B762CCB8080}" dt="2025-09-11T06:39:03.191" v="1379" actId="13926"/>
        <pc:sldMkLst>
          <pc:docMk/>
          <pc:sldMk cId="2378862862" sldId="286"/>
        </pc:sldMkLst>
        <pc:spChg chg="add del mod">
          <ac:chgData name="Abarna Balasubramanian" userId="7b4a93eb0d86a190" providerId="LiveId" clId="{6BCD3887-A920-4A68-8E84-0B762CCB8080}" dt="2025-09-10T15:54:18.083" v="842" actId="22"/>
          <ac:spMkLst>
            <pc:docMk/>
            <pc:sldMk cId="2378862862" sldId="286"/>
            <ac:spMk id="3" creationId="{0A2B4A9B-3783-C1AD-4AC4-819B89C8E1B9}"/>
          </ac:spMkLst>
        </pc:spChg>
        <pc:spChg chg="add mod">
          <ac:chgData name="Abarna Balasubramanian" userId="7b4a93eb0d86a190" providerId="LiveId" clId="{6BCD3887-A920-4A68-8E84-0B762CCB8080}" dt="2025-09-11T06:39:03.191" v="1379" actId="13926"/>
          <ac:spMkLst>
            <pc:docMk/>
            <pc:sldMk cId="2378862862" sldId="286"/>
            <ac:spMk id="5" creationId="{FE196F0E-255C-F54E-1366-1D08D8B43629}"/>
          </ac:spMkLst>
        </pc:spChg>
      </pc:sldChg>
      <pc:sldChg chg="addSp modSp new mod">
        <pc:chgData name="Abarna Balasubramanian" userId="7b4a93eb0d86a190" providerId="LiveId" clId="{6BCD3887-A920-4A68-8E84-0B762CCB8080}" dt="2025-09-11T06:39:18.039" v="1380" actId="1076"/>
        <pc:sldMkLst>
          <pc:docMk/>
          <pc:sldMk cId="4049420703" sldId="287"/>
        </pc:sldMkLst>
        <pc:spChg chg="add mod">
          <ac:chgData name="Abarna Balasubramanian" userId="7b4a93eb0d86a190" providerId="LiveId" clId="{6BCD3887-A920-4A68-8E84-0B762CCB8080}" dt="2025-09-11T06:39:18.039" v="1380" actId="1076"/>
          <ac:spMkLst>
            <pc:docMk/>
            <pc:sldMk cId="4049420703" sldId="287"/>
            <ac:spMk id="3" creationId="{DB930B2E-A02E-DA6C-BAF1-6BF1A37BAEF5}"/>
          </ac:spMkLst>
        </pc:spChg>
      </pc:sldChg>
      <pc:sldChg chg="addSp modSp new del mod">
        <pc:chgData name="Abarna Balasubramanian" userId="7b4a93eb0d86a190" providerId="LiveId" clId="{6BCD3887-A920-4A68-8E84-0B762CCB8080}" dt="2025-09-10T15:59:47.882" v="861" actId="2696"/>
        <pc:sldMkLst>
          <pc:docMk/>
          <pc:sldMk cId="4132053636" sldId="287"/>
        </pc:sldMkLst>
        <pc:spChg chg="add mod">
          <ac:chgData name="Abarna Balasubramanian" userId="7b4a93eb0d86a190" providerId="LiveId" clId="{6BCD3887-A920-4A68-8E84-0B762CCB8080}" dt="2025-09-10T15:59:40.879" v="860" actId="2710"/>
          <ac:spMkLst>
            <pc:docMk/>
            <pc:sldMk cId="4132053636" sldId="287"/>
            <ac:spMk id="3" creationId="{3390E22B-495D-3BCA-E93E-039CA561C7EC}"/>
          </ac:spMkLst>
        </pc:spChg>
      </pc:sldChg>
      <pc:sldChg chg="addSp modSp new mod">
        <pc:chgData name="Abarna Balasubramanian" userId="7b4a93eb0d86a190" providerId="LiveId" clId="{6BCD3887-A920-4A68-8E84-0B762CCB8080}" dt="2025-09-11T06:39:25.008" v="1381" actId="1076"/>
        <pc:sldMkLst>
          <pc:docMk/>
          <pc:sldMk cId="1295832291" sldId="288"/>
        </pc:sldMkLst>
        <pc:spChg chg="add mod">
          <ac:chgData name="Abarna Balasubramanian" userId="7b4a93eb0d86a190" providerId="LiveId" clId="{6BCD3887-A920-4A68-8E84-0B762CCB8080}" dt="2025-09-11T06:39:25.008" v="1381" actId="1076"/>
          <ac:spMkLst>
            <pc:docMk/>
            <pc:sldMk cId="1295832291" sldId="288"/>
            <ac:spMk id="3" creationId="{7D367DB2-4039-9D98-3B3C-1F2E72A88F59}"/>
          </ac:spMkLst>
        </pc:spChg>
      </pc:sldChg>
      <pc:sldChg chg="addSp modSp new mod">
        <pc:chgData name="Abarna Balasubramanian" userId="7b4a93eb0d86a190" providerId="LiveId" clId="{6BCD3887-A920-4A68-8E84-0B762CCB8080}" dt="2025-09-11T06:39:30.919" v="1382" actId="1076"/>
        <pc:sldMkLst>
          <pc:docMk/>
          <pc:sldMk cId="1744512377" sldId="289"/>
        </pc:sldMkLst>
        <pc:spChg chg="add mod">
          <ac:chgData name="Abarna Balasubramanian" userId="7b4a93eb0d86a190" providerId="LiveId" clId="{6BCD3887-A920-4A68-8E84-0B762CCB8080}" dt="2025-09-11T06:39:30.919" v="1382" actId="1076"/>
          <ac:spMkLst>
            <pc:docMk/>
            <pc:sldMk cId="1744512377" sldId="289"/>
            <ac:spMk id="3" creationId="{1BD7D9F8-29C6-6D70-FD08-7070F5D82E02}"/>
          </ac:spMkLst>
        </pc:spChg>
      </pc:sldChg>
      <pc:sldChg chg="modSp new del">
        <pc:chgData name="Abarna Balasubramanian" userId="7b4a93eb0d86a190" providerId="LiveId" clId="{6BCD3887-A920-4A68-8E84-0B762CCB8080}" dt="2025-09-10T16:06:17.664" v="894" actId="2696"/>
        <pc:sldMkLst>
          <pc:docMk/>
          <pc:sldMk cId="119415887" sldId="290"/>
        </pc:sldMkLst>
        <pc:spChg chg="mod">
          <ac:chgData name="Abarna Balasubramanian" userId="7b4a93eb0d86a190" providerId="LiveId" clId="{6BCD3887-A920-4A68-8E84-0B762CCB8080}" dt="2025-09-10T16:05:25.699" v="890"/>
          <ac:spMkLst>
            <pc:docMk/>
            <pc:sldMk cId="119415887" sldId="290"/>
            <ac:spMk id="2" creationId="{7EC65DA6-4174-8DF8-23DB-0DAAA72F500A}"/>
          </ac:spMkLst>
        </pc:spChg>
        <pc:spChg chg="mod">
          <ac:chgData name="Abarna Balasubramanian" userId="7b4a93eb0d86a190" providerId="LiveId" clId="{6BCD3887-A920-4A68-8E84-0B762CCB8080}" dt="2025-09-10T16:06:07.768" v="893"/>
          <ac:spMkLst>
            <pc:docMk/>
            <pc:sldMk cId="119415887" sldId="290"/>
            <ac:spMk id="3" creationId="{04452DD5-69B1-0E4A-7459-BEF50B176AF1}"/>
          </ac:spMkLst>
        </pc:spChg>
      </pc:sldChg>
      <pc:sldChg chg="new del">
        <pc:chgData name="Abarna Balasubramanian" userId="7b4a93eb0d86a190" providerId="LiveId" clId="{6BCD3887-A920-4A68-8E84-0B762CCB8080}" dt="2025-09-10T16:05:46.837" v="892" actId="2696"/>
        <pc:sldMkLst>
          <pc:docMk/>
          <pc:sldMk cId="1700131703" sldId="291"/>
        </pc:sldMkLst>
      </pc:sldChg>
      <pc:sldMasterChg chg="modSldLayout">
        <pc:chgData name="Abarna Balasubramanian" userId="7b4a93eb0d86a190" providerId="LiveId" clId="{6BCD3887-A920-4A68-8E84-0B762CCB8080}" dt="2025-09-11T06:29:18.231" v="1270"/>
        <pc:sldMasterMkLst>
          <pc:docMk/>
          <pc:sldMasterMk cId="2205195614" sldId="2147484626"/>
        </pc:sldMasterMkLst>
        <pc:sldLayoutChg chg="delSp">
          <pc:chgData name="Abarna Balasubramanian" userId="7b4a93eb0d86a190" providerId="LiveId" clId="{6BCD3887-A920-4A68-8E84-0B762CCB8080}" dt="2025-09-11T06:29:18.231" v="1270"/>
          <pc:sldLayoutMkLst>
            <pc:docMk/>
            <pc:sldMasterMk cId="2205195614" sldId="2147484626"/>
            <pc:sldLayoutMk cId="3418343751" sldId="2147484644"/>
          </pc:sldLayoutMkLst>
          <pc:spChg chg="del">
            <ac:chgData name="Abarna Balasubramanian" userId="7b4a93eb0d86a190" providerId="LiveId" clId="{6BCD3887-A920-4A68-8E84-0B762CCB8080}" dt="2025-09-11T06:29:18.231" v="1270"/>
            <ac:spMkLst>
              <pc:docMk/>
              <pc:sldMasterMk cId="2205195614" sldId="2147484626"/>
              <pc:sldLayoutMk cId="3418343751" sldId="2147484644"/>
              <ac:spMk id="13" creationId="{00000000-0000-0000-0000-000000000000}"/>
            </ac:spMkLst>
          </pc:spChg>
          <pc:grpChg chg="del">
            <ac:chgData name="Abarna Balasubramanian" userId="7b4a93eb0d86a190" providerId="LiveId" clId="{6BCD3887-A920-4A68-8E84-0B762CCB8080}" dt="2025-09-11T06:29:18.231" v="1270"/>
            <ac:grpSpMkLst>
              <pc:docMk/>
              <pc:sldMasterMk cId="2205195614" sldId="2147484626"/>
              <pc:sldLayoutMk cId="3418343751" sldId="2147484644"/>
              <ac:grpSpMk id="3" creationId="{00000000-0000-0000-0000-000000000000}"/>
            </ac:grpSpMkLst>
          </pc:grpChg>
        </pc:sldLayoutChg>
      </pc:sldMasterChg>
      <pc:sldMasterChg chg="modSldLayout">
        <pc:chgData name="Abarna Balasubramanian" userId="7b4a93eb0d86a190" providerId="LiveId" clId="{6BCD3887-A920-4A68-8E84-0B762CCB8080}" dt="2025-09-11T06:30:50.783" v="1317"/>
        <pc:sldMasterMkLst>
          <pc:docMk/>
          <pc:sldMasterMk cId="1492872296" sldId="2147484942"/>
        </pc:sldMasterMkLst>
        <pc:sldLayoutChg chg="delSp">
          <pc:chgData name="Abarna Balasubramanian" userId="7b4a93eb0d86a190" providerId="LiveId" clId="{6BCD3887-A920-4A68-8E84-0B762CCB8080}" dt="2025-09-11T06:30:50.783" v="1317"/>
          <pc:sldLayoutMkLst>
            <pc:docMk/>
            <pc:sldMasterMk cId="1492872296" sldId="2147484942"/>
            <pc:sldLayoutMk cId="1344450322" sldId="2147484954"/>
          </pc:sldLayoutMkLst>
          <pc:spChg chg="del">
            <ac:chgData name="Abarna Balasubramanian" userId="7b4a93eb0d86a190" providerId="LiveId" clId="{6BCD3887-A920-4A68-8E84-0B762CCB8080}" dt="2025-09-11T06:30:50.783" v="1317"/>
            <ac:spMkLst>
              <pc:docMk/>
              <pc:sldMasterMk cId="1492872296" sldId="2147484942"/>
              <pc:sldLayoutMk cId="1344450322" sldId="2147484954"/>
              <ac:spMk id="13" creationId="{00000000-0000-0000-0000-000000000000}"/>
            </ac:spMkLst>
          </pc:spChg>
          <pc:grpChg chg="del">
            <ac:chgData name="Abarna Balasubramanian" userId="7b4a93eb0d86a190" providerId="LiveId" clId="{6BCD3887-A920-4A68-8E84-0B762CCB8080}" dt="2025-09-11T06:30:50.783" v="1317"/>
            <ac:grpSpMkLst>
              <pc:docMk/>
              <pc:sldMasterMk cId="1492872296" sldId="2147484942"/>
              <pc:sldLayoutMk cId="1344450322" sldId="2147484954"/>
              <ac:grpSpMk id="3" creationId="{00000000-0000-0000-0000-000000000000}"/>
            </ac:grpSpMkLst>
          </pc:gr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3219A-58C4-4793-8800-40A5E3C4BB31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B99D-441F-4F0B-B439-C09204154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291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3219A-58C4-4793-8800-40A5E3C4BB31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B99D-441F-4F0B-B439-C09204154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943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3219A-58C4-4793-8800-40A5E3C4BB31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B99D-441F-4F0B-B439-C09204154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25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3219A-58C4-4793-8800-40A5E3C4BB31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B99D-441F-4F0B-B439-C09204154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435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3219A-58C4-4793-8800-40A5E3C4BB31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B99D-441F-4F0B-B439-C09204154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763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3219A-58C4-4793-8800-40A5E3C4BB31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B99D-441F-4F0B-B439-C09204154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828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3219A-58C4-4793-8800-40A5E3C4BB31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B99D-441F-4F0B-B439-C09204154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829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3219A-58C4-4793-8800-40A5E3C4BB31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B99D-441F-4F0B-B439-C09204154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112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3219A-58C4-4793-8800-40A5E3C4BB31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B99D-441F-4F0B-B439-C09204154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983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3219A-58C4-4793-8800-40A5E3C4BB31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B99D-441F-4F0B-B439-C09204154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556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3219A-58C4-4793-8800-40A5E3C4BB31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B99D-441F-4F0B-B439-C09204154A5F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562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3219A-58C4-4793-8800-40A5E3C4BB31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B99D-441F-4F0B-B439-C09204154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037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3219A-58C4-4793-8800-40A5E3C4BB31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B99D-441F-4F0B-B439-C09204154A5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1695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3219A-58C4-4793-8800-40A5E3C4BB31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B99D-441F-4F0B-B439-C09204154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7258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3219A-58C4-4793-8800-40A5E3C4BB31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B99D-441F-4F0B-B439-C09204154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3960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3219A-58C4-4793-8800-40A5E3C4BB31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B99D-441F-4F0B-B439-C09204154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7169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3219A-58C4-4793-8800-40A5E3C4BB31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B99D-441F-4F0B-B439-C09204154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913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3219A-58C4-4793-8800-40A5E3C4BB31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706B99D-441F-4F0B-B439-C09204154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9711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678" r:id="rId1"/>
    <p:sldLayoutId id="2147485679" r:id="rId2"/>
    <p:sldLayoutId id="2147485680" r:id="rId3"/>
    <p:sldLayoutId id="2147485681" r:id="rId4"/>
    <p:sldLayoutId id="2147485682" r:id="rId5"/>
    <p:sldLayoutId id="2147485683" r:id="rId6"/>
    <p:sldLayoutId id="2147485684" r:id="rId7"/>
    <p:sldLayoutId id="2147485685" r:id="rId8"/>
    <p:sldLayoutId id="2147485686" r:id="rId9"/>
    <p:sldLayoutId id="2147485687" r:id="rId10"/>
    <p:sldLayoutId id="2147485688" r:id="rId11"/>
    <p:sldLayoutId id="2147485689" r:id="rId12"/>
    <p:sldLayoutId id="2147485690" r:id="rId13"/>
    <p:sldLayoutId id="2147485691" r:id="rId14"/>
    <p:sldLayoutId id="2147485692" r:id="rId15"/>
    <p:sldLayoutId id="2147485693" r:id="rId16"/>
    <p:sldLayoutId id="2147485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CDE0B-CCBB-3FA7-21D4-94B8A9877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876" y="2955107"/>
            <a:ext cx="11024755" cy="239676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100" u="sng" dirty="0">
                <a:latin typeface="Aptos" panose="020B0004020202020204" pitchFamily="34" charset="0"/>
              </a:rPr>
              <a:t>Project Title</a:t>
            </a:r>
            <a:br>
              <a:rPr lang="en-IN" b="1" dirty="0"/>
            </a:br>
            <a:r>
              <a:rPr lang="en-IN" sz="53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stellar" panose="020A0402060406010301" pitchFamily="18" charset="0"/>
              </a:rPr>
              <a:t>SERVERLESS CONTACT FORM USING AWS SERVICES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682928-53A0-7ABE-17A0-D55B117C2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0485" y="285135"/>
            <a:ext cx="9144000" cy="938789"/>
          </a:xfrm>
        </p:spPr>
        <p:txBody>
          <a:bodyPr>
            <a:normAutofit/>
          </a:bodyPr>
          <a:lstStyle/>
          <a:p>
            <a:pPr algn="l"/>
            <a:r>
              <a:rPr lang="en-IN" sz="2000" u="sng" dirty="0"/>
              <a:t>Name </a:t>
            </a:r>
            <a:r>
              <a:rPr lang="en-IN" sz="2000" dirty="0"/>
              <a:t>: ABARNA B</a:t>
            </a:r>
          </a:p>
          <a:p>
            <a:pPr algn="l"/>
            <a:r>
              <a:rPr lang="en-IN" sz="2000" u="sng" dirty="0"/>
              <a:t>Course &amp; BATCH </a:t>
            </a:r>
            <a:r>
              <a:rPr lang="en-IN" sz="2000" dirty="0"/>
              <a:t>: AWS &amp; DevOps ( July,2025 – 11:30AM to 01:00PM )</a:t>
            </a:r>
          </a:p>
        </p:txBody>
      </p:sp>
    </p:spTree>
    <p:extLst>
      <p:ext uri="{BB962C8B-B14F-4D97-AF65-F5344CB8AC3E}">
        <p14:creationId xmlns:p14="http://schemas.microsoft.com/office/powerpoint/2010/main" val="150331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83ADB-1D55-021C-3229-DC49D4B2A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791" y="1598799"/>
            <a:ext cx="9760417" cy="3837039"/>
          </a:xfrm>
        </p:spPr>
        <p:txBody>
          <a:bodyPr>
            <a:normAutofit lnSpcReduction="10000"/>
          </a:bodyPr>
          <a:lstStyle/>
          <a:p>
            <a:r>
              <a:rPr lang="en-IN" sz="2400" dirty="0">
                <a:latin typeface="Candara" panose="020E0502030303020204" pitchFamily="34" charset="0"/>
              </a:rPr>
              <a:t>Why Contact Form is needed?</a:t>
            </a:r>
          </a:p>
          <a:p>
            <a:pPr marL="0" indent="0">
              <a:buNone/>
            </a:pPr>
            <a:r>
              <a:rPr lang="en-IN" sz="2400" dirty="0">
                <a:latin typeface="Candara" panose="020E0502030303020204" pitchFamily="34" charset="0"/>
              </a:rPr>
              <a:t>      Contact forms are essential for websites to collect user feedback or queries</a:t>
            </a:r>
          </a:p>
          <a:p>
            <a:pPr marL="0" indent="0">
              <a:buNone/>
            </a:pPr>
            <a:endParaRPr lang="en-IN" sz="2400" dirty="0"/>
          </a:p>
          <a:p>
            <a:r>
              <a:rPr lang="en-IN" sz="2400" dirty="0">
                <a:latin typeface="Candara" panose="020E0502030303020204" pitchFamily="34" charset="0"/>
              </a:rPr>
              <a:t>Why Serverless?</a:t>
            </a:r>
          </a:p>
          <a:p>
            <a:pPr marL="0" indent="0">
              <a:buNone/>
            </a:pPr>
            <a:r>
              <a:rPr lang="en-IN" sz="2400" dirty="0">
                <a:latin typeface="Candara" panose="020E0502030303020204" pitchFamily="34" charset="0"/>
              </a:rPr>
              <a:t>      Normally, websites use contact form which require traditional servers. This increase cost and maintenance. So I designed a serverless solution.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   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2904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A9AC8-BF58-232C-1BDD-6604CFDAE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7117" y="745710"/>
            <a:ext cx="7958331" cy="1077229"/>
          </a:xfrm>
        </p:spPr>
        <p:txBody>
          <a:bodyPr/>
          <a:lstStyle/>
          <a:p>
            <a:pPr algn="l"/>
            <a:r>
              <a:rPr lang="en-IN" b="1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DFB01-42D9-0E94-B8D0-78D2EF5D8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713" y="2006310"/>
            <a:ext cx="11232573" cy="3416300"/>
          </a:xfrm>
        </p:spPr>
        <p:txBody>
          <a:bodyPr>
            <a:noAutofit/>
          </a:bodyPr>
          <a:lstStyle/>
          <a:p>
            <a:r>
              <a:rPr lang="en-IN" sz="2400" dirty="0">
                <a:latin typeface="Candara" panose="020E0502030303020204" pitchFamily="34" charset="0"/>
              </a:rPr>
              <a:t>The main objective of my project is to build a simple contact form for a website, where user can submit their details like name, address, contact, email, etc., </a:t>
            </a:r>
          </a:p>
          <a:p>
            <a:pPr marL="0" indent="0">
              <a:buNone/>
            </a:pPr>
            <a:endParaRPr lang="en-IN" sz="2400" dirty="0">
              <a:latin typeface="Candara" panose="020E0502030303020204" pitchFamily="34" charset="0"/>
            </a:endParaRPr>
          </a:p>
          <a:p>
            <a:r>
              <a:rPr lang="en-IN" sz="2400" dirty="0">
                <a:latin typeface="Candara" panose="020E0502030303020204" pitchFamily="34" charset="0"/>
              </a:rPr>
              <a:t>Once the form is submitted, the details are sent to the website owner’s email automatically using AWS service.</a:t>
            </a:r>
          </a:p>
          <a:p>
            <a:pPr marL="0" indent="0">
              <a:buNone/>
            </a:pPr>
            <a:endParaRPr lang="en-IN" sz="2400" dirty="0">
              <a:latin typeface="Candara" panose="020E0502030303020204" pitchFamily="34" charset="0"/>
            </a:endParaRPr>
          </a:p>
          <a:p>
            <a:r>
              <a:rPr lang="en-IN" sz="2400" dirty="0">
                <a:latin typeface="Candara" panose="020E0502030303020204" pitchFamily="34" charset="0"/>
              </a:rPr>
              <a:t> In this project, no need to maintain servers. Instead, I make use of AWS services which are cost-effective, scalable, and easy to maintain.</a:t>
            </a:r>
          </a:p>
        </p:txBody>
      </p:sp>
    </p:spTree>
    <p:extLst>
      <p:ext uri="{BB962C8B-B14F-4D97-AF65-F5344CB8AC3E}">
        <p14:creationId xmlns:p14="http://schemas.microsoft.com/office/powerpoint/2010/main" val="17082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6AA53-5317-C47C-6AC0-D595BC31F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/>
              <a:t>AWS Services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395E0-984C-86A7-8F7D-40C493610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u="sng" dirty="0">
                <a:latin typeface="Candara" panose="020E0502030303020204" pitchFamily="34" charset="0"/>
              </a:rPr>
              <a:t>Amazon S3</a:t>
            </a:r>
            <a:r>
              <a:rPr lang="en-IN" sz="2400" u="sng" dirty="0">
                <a:latin typeface="Candara" panose="020E0502030303020204" pitchFamily="34" charset="0"/>
              </a:rPr>
              <a:t>  </a:t>
            </a:r>
            <a:r>
              <a:rPr lang="en-IN" sz="2400" dirty="0">
                <a:latin typeface="Candara" panose="020E0502030303020204" pitchFamily="34" charset="0"/>
              </a:rPr>
              <a:t>: Hosting static website (HTML form)</a:t>
            </a:r>
          </a:p>
          <a:p>
            <a:r>
              <a:rPr lang="en-IN" sz="2400" b="1" u="sng" dirty="0">
                <a:latin typeface="Candara" panose="020E0502030303020204" pitchFamily="34" charset="0"/>
              </a:rPr>
              <a:t>Amazon API Gateway</a:t>
            </a:r>
            <a:r>
              <a:rPr lang="en-IN" sz="2400" u="sng" dirty="0">
                <a:latin typeface="Candara" panose="020E0502030303020204" pitchFamily="34" charset="0"/>
              </a:rPr>
              <a:t>  </a:t>
            </a:r>
            <a:r>
              <a:rPr lang="en-IN" sz="2400" dirty="0">
                <a:latin typeface="Candara" panose="020E0502030303020204" pitchFamily="34" charset="0"/>
              </a:rPr>
              <a:t>: Exposes an HTTPS endpoint for the form to send data.</a:t>
            </a:r>
          </a:p>
          <a:p>
            <a:r>
              <a:rPr lang="en-IN" sz="2400" b="1" u="sng" dirty="0">
                <a:latin typeface="Candara" panose="020E0502030303020204" pitchFamily="34" charset="0"/>
              </a:rPr>
              <a:t>AWS Lambda</a:t>
            </a:r>
            <a:r>
              <a:rPr lang="en-IN" sz="2400" u="sng" dirty="0">
                <a:latin typeface="Candara" panose="020E0502030303020204" pitchFamily="34" charset="0"/>
              </a:rPr>
              <a:t> </a:t>
            </a:r>
            <a:r>
              <a:rPr lang="en-IN" sz="2400" dirty="0">
                <a:latin typeface="Candara" panose="020E0502030303020204" pitchFamily="34" charset="0"/>
              </a:rPr>
              <a:t>: Backend logic to handle form data</a:t>
            </a:r>
          </a:p>
          <a:p>
            <a:r>
              <a:rPr lang="en-IN" sz="2400" b="1" u="sng" dirty="0">
                <a:latin typeface="Candara" panose="020E0502030303020204" pitchFamily="34" charset="0"/>
              </a:rPr>
              <a:t>Amazon SES</a:t>
            </a:r>
            <a:r>
              <a:rPr lang="en-IN" sz="2400" u="sng" dirty="0">
                <a:latin typeface="Candara" panose="020E0502030303020204" pitchFamily="34" charset="0"/>
              </a:rPr>
              <a:t> </a:t>
            </a:r>
            <a:r>
              <a:rPr lang="en-IN" sz="2400" dirty="0">
                <a:latin typeface="Candara" panose="020E0502030303020204" pitchFamily="34" charset="0"/>
              </a:rPr>
              <a:t>: Sends email notification</a:t>
            </a:r>
          </a:p>
          <a:p>
            <a:r>
              <a:rPr lang="en-IN" sz="2400" b="1" u="sng" dirty="0">
                <a:latin typeface="Candara" panose="020E0502030303020204" pitchFamily="34" charset="0"/>
              </a:rPr>
              <a:t>Amazon CloudWatch</a:t>
            </a:r>
            <a:r>
              <a:rPr lang="en-IN" sz="2400" u="sng" dirty="0">
                <a:latin typeface="Candara" panose="020E0502030303020204" pitchFamily="34" charset="0"/>
              </a:rPr>
              <a:t>  </a:t>
            </a:r>
            <a:r>
              <a:rPr lang="en-IN" sz="2400" dirty="0">
                <a:latin typeface="Candara" panose="020E0502030303020204" pitchFamily="34" charset="0"/>
              </a:rPr>
              <a:t>: Monitoring &amp; Logs</a:t>
            </a:r>
          </a:p>
          <a:p>
            <a:r>
              <a:rPr lang="en-IN" sz="2400" b="1" u="sng" dirty="0">
                <a:latin typeface="Candara" panose="020E0502030303020204" pitchFamily="34" charset="0"/>
              </a:rPr>
              <a:t>IAM </a:t>
            </a:r>
            <a:r>
              <a:rPr lang="en-IN" sz="2400" b="1" dirty="0">
                <a:latin typeface="Candara" panose="020E0502030303020204" pitchFamily="34" charset="0"/>
              </a:rPr>
              <a:t>: </a:t>
            </a:r>
            <a:r>
              <a:rPr lang="en-IN" sz="2400" dirty="0">
                <a:latin typeface="Candara" panose="020E0502030303020204" pitchFamily="34" charset="0"/>
              </a:rPr>
              <a:t>Provides secure roles and permissions for Lambda.</a:t>
            </a:r>
          </a:p>
        </p:txBody>
      </p:sp>
    </p:spTree>
    <p:extLst>
      <p:ext uri="{BB962C8B-B14F-4D97-AF65-F5344CB8AC3E}">
        <p14:creationId xmlns:p14="http://schemas.microsoft.com/office/powerpoint/2010/main" val="4080398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6DB3-B6E5-F198-C0EC-53F88B8F9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/>
              <a:t>Architecture Diagram</a:t>
            </a:r>
          </a:p>
        </p:txBody>
      </p:sp>
      <p:pic>
        <p:nvPicPr>
          <p:cNvPr id="4" name="Content Placeholder 3" descr="Building a Serverless Contact Form with AWS Lambda - CoadyTech">
            <a:extLst>
              <a:ext uri="{FF2B5EF4-FFF2-40B4-BE49-F238E27FC236}">
                <a16:creationId xmlns:a16="http://schemas.microsoft.com/office/drawing/2014/main" id="{676586FC-ABCA-4C5A-F49A-7C72172666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7251" y="1648743"/>
            <a:ext cx="8526751" cy="46655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5442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61C62-0119-69A8-8FD6-6122F4D78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/>
              <a:t>Architecture Diagram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18C35-7457-3BCD-358F-388D5E35E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170" y="2029542"/>
            <a:ext cx="8825659" cy="3416300"/>
          </a:xfrm>
        </p:spPr>
        <p:txBody>
          <a:bodyPr>
            <a:normAutofit/>
          </a:bodyPr>
          <a:lstStyle/>
          <a:p>
            <a:r>
              <a:rPr lang="en-IN" sz="2400" b="1" u="sng" dirty="0">
                <a:latin typeface="Candara" panose="020E0502030303020204" pitchFamily="34" charset="0"/>
              </a:rPr>
              <a:t>S3</a:t>
            </a:r>
            <a:r>
              <a:rPr lang="en-IN" sz="2400" dirty="0">
                <a:latin typeface="Candara" panose="020E0502030303020204" pitchFamily="34" charset="0"/>
              </a:rPr>
              <a:t> : User submits form (HTML on S3 static website)</a:t>
            </a:r>
          </a:p>
          <a:p>
            <a:r>
              <a:rPr lang="en-IN" sz="2400" b="1" u="sng" dirty="0">
                <a:latin typeface="Candara" panose="020E0502030303020204" pitchFamily="34" charset="0"/>
              </a:rPr>
              <a:t>API Gateway  </a:t>
            </a:r>
            <a:r>
              <a:rPr lang="en-IN" sz="2400" dirty="0">
                <a:latin typeface="Candara" panose="020E0502030303020204" pitchFamily="34" charset="0"/>
              </a:rPr>
              <a:t>: API Gateway receives form submission</a:t>
            </a:r>
          </a:p>
          <a:p>
            <a:r>
              <a:rPr lang="en-IN" sz="2400" b="1" u="sng" dirty="0">
                <a:latin typeface="Candara" panose="020E0502030303020204" pitchFamily="34" charset="0"/>
              </a:rPr>
              <a:t>Lambda</a:t>
            </a:r>
            <a:r>
              <a:rPr lang="en-IN" sz="2400" u="sng" dirty="0">
                <a:latin typeface="Candara" panose="020E0502030303020204" pitchFamily="34" charset="0"/>
              </a:rPr>
              <a:t>: </a:t>
            </a:r>
            <a:r>
              <a:rPr lang="en-IN" sz="2400" dirty="0">
                <a:latin typeface="Candara" panose="020E0502030303020204" pitchFamily="34" charset="0"/>
              </a:rPr>
              <a:t>Lambda processes form data and calls SES</a:t>
            </a:r>
          </a:p>
          <a:p>
            <a:r>
              <a:rPr lang="en-IN" sz="2400" b="1" u="sng" dirty="0">
                <a:latin typeface="Candara" panose="020E0502030303020204" pitchFamily="34" charset="0"/>
              </a:rPr>
              <a:t>SES</a:t>
            </a:r>
            <a:r>
              <a:rPr lang="en-IN" sz="2400" u="sng" dirty="0">
                <a:latin typeface="Candara" panose="020E0502030303020204" pitchFamily="34" charset="0"/>
              </a:rPr>
              <a:t> : </a:t>
            </a:r>
            <a:r>
              <a:rPr lang="en-IN" sz="2400" dirty="0">
                <a:latin typeface="Candara" panose="020E0502030303020204" pitchFamily="34" charset="0"/>
              </a:rPr>
              <a:t>Sends email to admin/ website owner.</a:t>
            </a:r>
          </a:p>
          <a:p>
            <a:r>
              <a:rPr lang="en-IN" sz="2400" b="1" u="sng" dirty="0">
                <a:latin typeface="Candara" panose="020E0502030303020204" pitchFamily="34" charset="0"/>
              </a:rPr>
              <a:t>CloudWatch</a:t>
            </a:r>
            <a:r>
              <a:rPr lang="en-IN" sz="2400" dirty="0">
                <a:latin typeface="Candara" panose="020E0502030303020204" pitchFamily="34" charset="0"/>
              </a:rPr>
              <a:t> : CloudWatch for logging and monitoring.</a:t>
            </a:r>
          </a:p>
        </p:txBody>
      </p:sp>
    </p:spTree>
    <p:extLst>
      <p:ext uri="{BB962C8B-B14F-4D97-AF65-F5344CB8AC3E}">
        <p14:creationId xmlns:p14="http://schemas.microsoft.com/office/powerpoint/2010/main" val="2312441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1C8A1-0932-36B0-E35B-D0DDD7FE3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4227" y="1545887"/>
            <a:ext cx="8825658" cy="2677648"/>
          </a:xfrm>
        </p:spPr>
        <p:txBody>
          <a:bodyPr>
            <a:normAutofit/>
          </a:bodyPr>
          <a:lstStyle/>
          <a:p>
            <a:pPr algn="ctr"/>
            <a:r>
              <a:rPr lang="en-IN" sz="5400" b="1" u="sng" dirty="0">
                <a:latin typeface="Castellar" panose="020A0402060406010301" pitchFamily="18" charset="0"/>
              </a:rPr>
              <a:t>IMPLEMENTATION STEPS BELOW</a:t>
            </a:r>
          </a:p>
        </p:txBody>
      </p:sp>
    </p:spTree>
    <p:extLst>
      <p:ext uri="{BB962C8B-B14F-4D97-AF65-F5344CB8AC3E}">
        <p14:creationId xmlns:p14="http://schemas.microsoft.com/office/powerpoint/2010/main" val="1060466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B6F43-0AAB-4FF4-C3D7-032099D36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b="1" dirty="0"/>
              <a:t>Step 1 : Amazon SES Setup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BAA3E-B9E8-D3F1-D44B-95E2DD453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35" y="2077525"/>
            <a:ext cx="11012130" cy="3416300"/>
          </a:xfrm>
        </p:spPr>
        <p:txBody>
          <a:bodyPr/>
          <a:lstStyle/>
          <a:p>
            <a:r>
              <a:rPr lang="en-IN" sz="2800" dirty="0">
                <a:latin typeface="Sylfaen" panose="010A0502050306030303" pitchFamily="18" charset="0"/>
              </a:rPr>
              <a:t>AWS Console → SES → Create Identities </a:t>
            </a:r>
            <a:r>
              <a:rPr lang="en-IN" sz="2800" dirty="0">
                <a:latin typeface="Sylfaen" panose="010A0502050306030303" pitchFamily="18" charset="0"/>
                <a:sym typeface="Wingdings" panose="05000000000000000000" pitchFamily="2" charset="2"/>
              </a:rPr>
              <a:t> Enter Email Id  </a:t>
            </a:r>
            <a:r>
              <a:rPr lang="en-IN" sz="2800" dirty="0">
                <a:latin typeface="Sylfaen" panose="010A0502050306030303" pitchFamily="18" charset="0"/>
              </a:rPr>
              <a:t>Click on Create identities</a:t>
            </a:r>
          </a:p>
          <a:p>
            <a:r>
              <a:rPr lang="en-IN" sz="2800" dirty="0">
                <a:latin typeface="Sylfaen" panose="010A0502050306030303" pitchFamily="18" charset="0"/>
              </a:rPr>
              <a:t>Verified identities → Verify email address. ( Verify both FROM and TO address)</a:t>
            </a:r>
          </a:p>
          <a:p>
            <a:r>
              <a:rPr lang="en-IN" sz="2800" dirty="0">
                <a:latin typeface="Sylfaen" panose="010A0502050306030303" pitchFamily="18" charset="0"/>
              </a:rPr>
              <a:t>Click the link in Gmail verification mail.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908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55BB15-4F58-E276-E42E-A33782F80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67" y="678426"/>
            <a:ext cx="11249865" cy="577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596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7CE2F-FC26-7BAA-A5D5-C82DCA869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Step 2 : </a:t>
            </a:r>
            <a:r>
              <a:rPr lang="en-IN" b="1" dirty="0"/>
              <a:t>Create IAM Role for Lambda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A86FD-14DC-7869-1B59-9EB0B967D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8923" y="1535359"/>
            <a:ext cx="11257935" cy="5166777"/>
          </a:xfrm>
        </p:spPr>
        <p:txBody>
          <a:bodyPr>
            <a:normAutofit fontScale="85000" lnSpcReduction="20000"/>
          </a:bodyPr>
          <a:lstStyle/>
          <a:p>
            <a:r>
              <a:rPr lang="en-IN" sz="2400" dirty="0">
                <a:latin typeface="Sylfaen" panose="010A0502050306030303" pitchFamily="18" charset="0"/>
              </a:rPr>
              <a:t>AWS Console </a:t>
            </a:r>
            <a:r>
              <a:rPr lang="en-IN" sz="2400" dirty="0">
                <a:latin typeface="Sylfaen" panose="010A0502050306030303" pitchFamily="18" charset="0"/>
                <a:sym typeface="Wingdings" panose="05000000000000000000" pitchFamily="2" charset="2"/>
              </a:rPr>
              <a:t></a:t>
            </a:r>
            <a:r>
              <a:rPr lang="en-IN" sz="2400" dirty="0">
                <a:latin typeface="Sylfaen" panose="010A0502050306030303" pitchFamily="18" charset="0"/>
              </a:rPr>
              <a:t> IAM → Roles → Create role </a:t>
            </a:r>
            <a:r>
              <a:rPr lang="en-IN" sz="2400" dirty="0">
                <a:latin typeface="Sylfaen" panose="010A0502050306030303" pitchFamily="18" charset="0"/>
                <a:sym typeface="Wingdings" panose="05000000000000000000" pitchFamily="2" charset="2"/>
              </a:rPr>
              <a:t> </a:t>
            </a:r>
            <a:r>
              <a:rPr lang="en-IN" sz="2400" dirty="0">
                <a:latin typeface="Sylfaen" panose="010A0502050306030303" pitchFamily="18" charset="0"/>
              </a:rPr>
              <a:t>Choose Trusted entity = AWS Service. Service = Lambda</a:t>
            </a:r>
          </a:p>
          <a:p>
            <a:r>
              <a:rPr lang="en-IN" sz="2400" dirty="0">
                <a:latin typeface="Sylfaen" panose="010A0502050306030303" pitchFamily="18" charset="0"/>
              </a:rPr>
              <a:t>Attach Permissions: AmazonS3FullAccess , </a:t>
            </a:r>
            <a:r>
              <a:rPr lang="en-IN" sz="2400" dirty="0" err="1">
                <a:latin typeface="Sylfaen" panose="010A0502050306030303" pitchFamily="18" charset="0"/>
              </a:rPr>
              <a:t>AmazonSESFullAccess</a:t>
            </a:r>
            <a:r>
              <a:rPr lang="en-IN" sz="2400" dirty="0">
                <a:latin typeface="Sylfaen" panose="010A0502050306030303" pitchFamily="18" charset="0"/>
              </a:rPr>
              <a:t>, </a:t>
            </a:r>
            <a:r>
              <a:rPr lang="en-IN" sz="2400" dirty="0" err="1">
                <a:latin typeface="Sylfaen" panose="010A0502050306030303" pitchFamily="18" charset="0"/>
              </a:rPr>
              <a:t>AWSLambda_FullAccess</a:t>
            </a:r>
            <a:r>
              <a:rPr lang="en-IN" sz="2400" dirty="0">
                <a:latin typeface="Sylfaen" panose="010A0502050306030303" pitchFamily="18" charset="0"/>
              </a:rPr>
              <a:t>, </a:t>
            </a:r>
            <a:r>
              <a:rPr lang="en-IN" sz="2400" dirty="0" err="1">
                <a:latin typeface="Sylfaen" panose="010A0502050306030303" pitchFamily="18" charset="0"/>
              </a:rPr>
              <a:t>CloudWatchLogsFullAccess</a:t>
            </a:r>
            <a:endParaRPr lang="en-IN" sz="2400" dirty="0">
              <a:latin typeface="Sylfaen" panose="010A0502050306030303" pitchFamily="18" charset="0"/>
            </a:endParaRPr>
          </a:p>
          <a:p>
            <a:r>
              <a:rPr lang="en-IN" sz="2400" dirty="0">
                <a:latin typeface="Sylfaen" panose="010A0502050306030303" pitchFamily="18" charset="0"/>
              </a:rPr>
              <a:t>Enter Role name (</a:t>
            </a:r>
            <a:r>
              <a:rPr lang="en-IN" sz="2400" dirty="0" err="1">
                <a:latin typeface="Sylfaen" panose="010A0502050306030303" pitchFamily="18" charset="0"/>
              </a:rPr>
              <a:t>eg</a:t>
            </a:r>
            <a:r>
              <a:rPr lang="en-IN" sz="2400" dirty="0">
                <a:latin typeface="Sylfaen" panose="010A0502050306030303" pitchFamily="18" charset="0"/>
              </a:rPr>
              <a:t>; </a:t>
            </a:r>
            <a:r>
              <a:rPr lang="en-IN" sz="2400" dirty="0" err="1">
                <a:highlight>
                  <a:srgbClr val="008000"/>
                </a:highlight>
                <a:latin typeface="Sylfaen" panose="010A0502050306030303" pitchFamily="18" charset="0"/>
              </a:rPr>
              <a:t>Lambda_SES_Role</a:t>
            </a:r>
            <a:r>
              <a:rPr lang="en-IN" sz="2400" dirty="0">
                <a:highlight>
                  <a:srgbClr val="008000"/>
                </a:highlight>
                <a:latin typeface="Sylfaen" panose="010A0502050306030303" pitchFamily="18" charset="0"/>
              </a:rPr>
              <a:t> </a:t>
            </a:r>
            <a:r>
              <a:rPr lang="en-IN" sz="2400" dirty="0">
                <a:latin typeface="Sylfaen" panose="010A0502050306030303" pitchFamily="18" charset="0"/>
              </a:rPr>
              <a:t>). Click on “ Create Role “.</a:t>
            </a:r>
          </a:p>
          <a:p>
            <a:r>
              <a:rPr lang="en-IN" sz="2400" dirty="0">
                <a:latin typeface="Sylfaen" panose="010A0502050306030303" pitchFamily="18" charset="0"/>
              </a:rPr>
              <a:t>Inline policy for SES permissions: (Permissions → Create inline policy)</a:t>
            </a:r>
          </a:p>
          <a:p>
            <a:pPr marL="0" indent="0">
              <a:buNone/>
            </a:pPr>
            <a:endParaRPr lang="en-IN" dirty="0">
              <a:latin typeface="Candara" panose="020E0502030303020204" pitchFamily="34" charset="0"/>
            </a:endParaRPr>
          </a:p>
          <a:p>
            <a:pPr marL="0" indent="0">
              <a:buNone/>
            </a:pPr>
            <a:r>
              <a:rPr lang="en-IN" sz="2200" b="1" u="sng" dirty="0">
                <a:highlight>
                  <a:srgbClr val="808000"/>
                </a:highlight>
                <a:latin typeface="Candara" panose="020E0502030303020204" pitchFamily="34" charset="0"/>
              </a:rPr>
              <a:t>Inline policy for SES Permissions:</a:t>
            </a:r>
          </a:p>
          <a:p>
            <a:pPr marL="0" indent="0">
              <a:buNone/>
            </a:pPr>
            <a:r>
              <a:rPr lang="en-IN" sz="2300" dirty="0">
                <a:latin typeface="Aptos" panose="020B0004020202020204" pitchFamily="34" charset="0"/>
              </a:rPr>
              <a:t>{</a:t>
            </a:r>
          </a:p>
          <a:p>
            <a:pPr marL="0" indent="0">
              <a:buNone/>
            </a:pPr>
            <a:r>
              <a:rPr lang="en-IN" sz="2300" dirty="0">
                <a:latin typeface="Aptos" panose="020B0004020202020204" pitchFamily="34" charset="0"/>
              </a:rPr>
              <a:t>  "Version": "2012-10-17",</a:t>
            </a:r>
          </a:p>
          <a:p>
            <a:pPr marL="0" indent="0">
              <a:buNone/>
            </a:pPr>
            <a:r>
              <a:rPr lang="en-IN" sz="2300" dirty="0">
                <a:latin typeface="Aptos" panose="020B0004020202020204" pitchFamily="34" charset="0"/>
              </a:rPr>
              <a:t>  "Statement": [</a:t>
            </a:r>
          </a:p>
          <a:p>
            <a:pPr marL="0" indent="0">
              <a:buNone/>
            </a:pPr>
            <a:r>
              <a:rPr lang="en-IN" sz="2300" dirty="0">
                <a:latin typeface="Aptos" panose="020B0004020202020204" pitchFamily="34" charset="0"/>
              </a:rPr>
              <a:t>    { "Effect": "Allow", "Action": ["</a:t>
            </a:r>
            <a:r>
              <a:rPr lang="en-IN" sz="2300" dirty="0" err="1">
                <a:latin typeface="Aptos" panose="020B0004020202020204" pitchFamily="34" charset="0"/>
              </a:rPr>
              <a:t>ses:SendEmail</a:t>
            </a:r>
            <a:r>
              <a:rPr lang="en-IN" sz="2300" dirty="0">
                <a:latin typeface="Aptos" panose="020B0004020202020204" pitchFamily="34" charset="0"/>
              </a:rPr>
              <a:t>","</a:t>
            </a:r>
            <a:r>
              <a:rPr lang="en-IN" sz="2300" dirty="0" err="1">
                <a:latin typeface="Aptos" panose="020B0004020202020204" pitchFamily="34" charset="0"/>
              </a:rPr>
              <a:t>ses:SendRawEmail</a:t>
            </a:r>
            <a:r>
              <a:rPr lang="en-IN" sz="2300" dirty="0">
                <a:latin typeface="Aptos" panose="020B0004020202020204" pitchFamily="34" charset="0"/>
              </a:rPr>
              <a:t>"], "Resource": "*" }</a:t>
            </a:r>
          </a:p>
          <a:p>
            <a:pPr marL="0" indent="0">
              <a:buNone/>
            </a:pPr>
            <a:r>
              <a:rPr lang="en-IN" sz="2300" dirty="0">
                <a:latin typeface="Aptos" panose="020B0004020202020204" pitchFamily="34" charset="0"/>
              </a:rPr>
              <a:t>  ]</a:t>
            </a:r>
          </a:p>
          <a:p>
            <a:pPr marL="0" indent="0">
              <a:buNone/>
            </a:pPr>
            <a:r>
              <a:rPr lang="en-IN" sz="2300" dirty="0">
                <a:latin typeface="Aptos" panose="020B00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58665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BE4E7A-3259-69EC-4C7C-9EF599D73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225" y="95250"/>
            <a:ext cx="7440891" cy="31709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784C14-9DB1-5CBC-95A1-0E3BE5324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225" y="3303639"/>
            <a:ext cx="7440891" cy="333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21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372AD-7033-4D58-BD88-C90337167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/>
              <a:t>Step 3: Create Lambda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DA3CF-7BEE-E934-3658-5F40A1519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69420"/>
            <a:ext cx="11315700" cy="3416300"/>
          </a:xfrm>
        </p:spPr>
        <p:txBody>
          <a:bodyPr/>
          <a:lstStyle/>
          <a:p>
            <a:r>
              <a:rPr lang="en-IN" sz="2000" dirty="0">
                <a:latin typeface="Sylfaen" panose="010A0502050306030303" pitchFamily="18" charset="0"/>
              </a:rPr>
              <a:t>AWS Console </a:t>
            </a:r>
            <a:r>
              <a:rPr lang="en-IN" sz="2000" dirty="0">
                <a:latin typeface="Sylfaen" panose="010A0502050306030303" pitchFamily="18" charset="0"/>
                <a:sym typeface="Wingdings" panose="05000000000000000000" pitchFamily="2" charset="2"/>
              </a:rPr>
              <a:t></a:t>
            </a:r>
            <a:r>
              <a:rPr lang="en-IN" sz="2000" dirty="0">
                <a:latin typeface="Sylfaen" panose="010A0502050306030303" pitchFamily="18" charset="0"/>
              </a:rPr>
              <a:t> Lambda-</a:t>
            </a:r>
            <a:r>
              <a:rPr lang="en-IN" sz="2000" dirty="0">
                <a:latin typeface="Sylfaen" panose="010A0502050306030303" pitchFamily="18" charset="0"/>
                <a:sym typeface="Wingdings" panose="05000000000000000000" pitchFamily="2" charset="2"/>
              </a:rPr>
              <a:t></a:t>
            </a:r>
            <a:r>
              <a:rPr lang="en-IN" sz="2000" dirty="0">
                <a:latin typeface="Sylfaen" panose="010A0502050306030303" pitchFamily="18" charset="0"/>
              </a:rPr>
              <a:t> Create Function (Function Name :  </a:t>
            </a:r>
            <a:r>
              <a:rPr lang="en-IN" sz="2000" dirty="0" err="1">
                <a:highlight>
                  <a:srgbClr val="008000"/>
                </a:highlight>
                <a:latin typeface="Sylfaen" panose="010A0502050306030303" pitchFamily="18" charset="0"/>
              </a:rPr>
              <a:t>ContactForm</a:t>
            </a:r>
            <a:r>
              <a:rPr lang="en-IN" sz="2000" dirty="0">
                <a:latin typeface="Sylfaen" panose="010A0502050306030303" pitchFamily="18" charset="0"/>
              </a:rPr>
              <a:t> )</a:t>
            </a:r>
          </a:p>
          <a:p>
            <a:r>
              <a:rPr lang="en-IN" sz="2000" dirty="0">
                <a:latin typeface="Sylfaen" panose="010A0502050306030303" pitchFamily="18" charset="0"/>
              </a:rPr>
              <a:t>Enter name and select Runtime ( Python 3.9 ) </a:t>
            </a:r>
          </a:p>
          <a:p>
            <a:r>
              <a:rPr lang="en-IN" sz="2000" dirty="0">
                <a:latin typeface="Sylfaen" panose="010A0502050306030303" pitchFamily="18" charset="0"/>
              </a:rPr>
              <a:t>In Change default execution role </a:t>
            </a:r>
            <a:r>
              <a:rPr lang="en-IN" sz="2000" dirty="0">
                <a:latin typeface="Sylfaen" panose="010A0502050306030303" pitchFamily="18" charset="0"/>
                <a:sym typeface="Wingdings" panose="05000000000000000000" pitchFamily="2" charset="2"/>
              </a:rPr>
              <a:t></a:t>
            </a:r>
            <a:r>
              <a:rPr lang="en-IN" sz="2000" dirty="0">
                <a:latin typeface="Sylfaen" panose="010A0502050306030303" pitchFamily="18" charset="0"/>
              </a:rPr>
              <a:t> Use an Existing role </a:t>
            </a:r>
            <a:r>
              <a:rPr lang="en-IN" sz="2000" dirty="0">
                <a:latin typeface="Sylfaen" panose="010A0502050306030303" pitchFamily="18" charset="0"/>
                <a:sym typeface="Wingdings" panose="05000000000000000000" pitchFamily="2" charset="2"/>
              </a:rPr>
              <a:t></a:t>
            </a:r>
            <a:r>
              <a:rPr lang="en-IN" sz="2000" dirty="0">
                <a:latin typeface="Sylfaen" panose="010A0502050306030303" pitchFamily="18" charset="0"/>
              </a:rPr>
              <a:t> Select created IAM role ( </a:t>
            </a:r>
            <a:r>
              <a:rPr lang="en-IN" sz="2000" dirty="0" err="1">
                <a:highlight>
                  <a:srgbClr val="008000"/>
                </a:highlight>
                <a:latin typeface="Sylfaen" panose="010A0502050306030303" pitchFamily="18" charset="0"/>
              </a:rPr>
              <a:t>Lambda_SES_Role</a:t>
            </a:r>
            <a:r>
              <a:rPr lang="en-IN" sz="2000" dirty="0">
                <a:highlight>
                  <a:srgbClr val="008000"/>
                </a:highlight>
                <a:latin typeface="Sylfaen" panose="010A0502050306030303" pitchFamily="18" charset="0"/>
              </a:rPr>
              <a:t>  </a:t>
            </a:r>
            <a:r>
              <a:rPr lang="en-IN" sz="2000" dirty="0">
                <a:latin typeface="Sylfaen" panose="010A0502050306030303" pitchFamily="18" charset="0"/>
              </a:rPr>
              <a:t>)and create a function.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E6DFB3-8EDB-BB24-F951-B65D5622B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470" y="3030966"/>
            <a:ext cx="7491494" cy="357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191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D0F49B-1F52-9A3F-E57A-783A8D9D33BD}"/>
              </a:ext>
            </a:extLst>
          </p:cNvPr>
          <p:cNvSpPr txBox="1"/>
          <p:nvPr/>
        </p:nvSpPr>
        <p:spPr>
          <a:xfrm>
            <a:off x="1012724" y="519449"/>
            <a:ext cx="9291482" cy="736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000" kern="1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 to code , enter python 3.9 code and deploy it. Also Test the code for mail verification.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122DE4-54F7-9659-1BB1-DF134B335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42" y="1401666"/>
            <a:ext cx="10450357" cy="493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63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B626FC-7754-0267-805A-0DA0AF4765CD}"/>
              </a:ext>
            </a:extLst>
          </p:cNvPr>
          <p:cNvSpPr txBox="1"/>
          <p:nvPr/>
        </p:nvSpPr>
        <p:spPr>
          <a:xfrm>
            <a:off x="1105985" y="579000"/>
            <a:ext cx="85588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After you tested your code, mail generated in </a:t>
            </a:r>
            <a:r>
              <a:rPr lang="en-IN" sz="2400" dirty="0" err="1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gmail</a:t>
            </a:r>
            <a:r>
              <a:rPr lang="en-IN" sz="24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2400" dirty="0">
              <a:latin typeface="Sylfaen" panose="010A05020503060303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727FE7-81AB-556A-848D-C444F290B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82" y="1159879"/>
            <a:ext cx="9994634" cy="51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196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002048-DE96-02C2-D611-1993FE690E3D}"/>
              </a:ext>
            </a:extLst>
          </p:cNvPr>
          <p:cNvSpPr txBox="1"/>
          <p:nvPr/>
        </p:nvSpPr>
        <p:spPr>
          <a:xfrm>
            <a:off x="810491" y="366796"/>
            <a:ext cx="8829675" cy="5219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highlight>
                  <a:srgbClr val="808000"/>
                </a:highlight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Lambda Code :</a:t>
            </a:r>
            <a:endParaRPr lang="en-IN" sz="1600" kern="100" dirty="0">
              <a:effectLst/>
              <a:highlight>
                <a:srgbClr val="808000"/>
              </a:highlight>
              <a:latin typeface="Candara" panose="020E0502030303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 boto3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json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Verified emails in SES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FROM_EMAIL = "abarnakanmani54@gmail.com"   # must be verified in SES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TO_EMAIL = "bala.aparna5@gmail.com"   # must be verified in SES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boto3.client("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",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region_name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="ap-south-1")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lambda_handler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(event, context):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try: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print("Incoming event:", event)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body =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json.loads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(event["body"])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name =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body.get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("name", "")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email =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body.get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("email", "")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message =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body.get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("message", "")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# Email body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text_body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f"""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692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9C2DD0-3377-E940-5CD8-246D0A0EC717}"/>
              </a:ext>
            </a:extLst>
          </p:cNvPr>
          <p:cNvSpPr txBox="1"/>
          <p:nvPr/>
        </p:nvSpPr>
        <p:spPr>
          <a:xfrm>
            <a:off x="654627" y="120046"/>
            <a:ext cx="8486775" cy="630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Name: {name}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Email: {email}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Message: {message}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"""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# Send email using SES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ses.send_email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Source=FROM_EMAIL,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Destination={"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ToAddresses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": [TO_EMAIL]},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Message={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"Subject": {"Data": "New Contact Form Submission"},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"Body": {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"Text": {"Data":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text_body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}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}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)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print("SES Response:",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return {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"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statusCode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": 200,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"headers": {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3183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BA6058-EC72-075C-C944-F18473A9C35F}"/>
              </a:ext>
            </a:extLst>
          </p:cNvPr>
          <p:cNvSpPr txBox="1"/>
          <p:nvPr/>
        </p:nvSpPr>
        <p:spPr>
          <a:xfrm>
            <a:off x="561109" y="176645"/>
            <a:ext cx="10474036" cy="6267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"Access-Control-Allow-Origin": "*",   # for CORS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"Access-Control-Allow-Methods": "OPTIONS,POST",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"Access-Control-Allow-Headers": "Content-Type"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},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"body":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json.dumps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({"message": "Email sent successfully!"})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} 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except Exception as e: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print("Error:", str(e))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return {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"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statusCode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": 500,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"headers": {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"Access-Control-Allow-Origin": "*"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},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"body":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json.dumps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({"message": "Error sending email", "error": str(e)})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}</a:t>
            </a:r>
          </a:p>
          <a:p>
            <a:pPr marL="457200">
              <a:lnSpc>
                <a:spcPct val="107000"/>
              </a:lnSpc>
              <a:buNone/>
            </a:pP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Code for Test :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"body": "{\"name\":\"Abarna\",\"email\":\"test@gmail.com\",\"message\":\"Hello from Lambda test\"}"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227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0EFE5-D1F6-060C-BCED-90BBA2191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628" y="973668"/>
            <a:ext cx="10900064" cy="70696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Step 4 : API Gateway (HTTP API) — connect frontend to Lambda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8B84-B6B8-DF72-2D45-C9AAF7AA5E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668" y="3137309"/>
            <a:ext cx="4112872" cy="3416301"/>
          </a:xfrm>
        </p:spPr>
        <p:txBody>
          <a:bodyPr/>
          <a:lstStyle/>
          <a:p>
            <a:r>
              <a:rPr lang="en-IN" sz="2000" dirty="0">
                <a:latin typeface="Sylfaen" panose="010A0502050306030303" pitchFamily="18" charset="0"/>
              </a:rPr>
              <a:t>AWS </a:t>
            </a:r>
            <a:r>
              <a:rPr lang="en-IN" sz="2000" dirty="0" err="1">
                <a:latin typeface="Sylfaen" panose="010A0502050306030303" pitchFamily="18" charset="0"/>
              </a:rPr>
              <a:t>Colsole</a:t>
            </a:r>
            <a:r>
              <a:rPr lang="en-IN" sz="2000" dirty="0">
                <a:latin typeface="Sylfaen" panose="010A0502050306030303" pitchFamily="18" charset="0"/>
              </a:rPr>
              <a:t> </a:t>
            </a:r>
            <a:r>
              <a:rPr lang="en-IN" sz="2000" dirty="0">
                <a:latin typeface="Sylfaen" panose="010A0502050306030303" pitchFamily="18" charset="0"/>
                <a:sym typeface="Wingdings" panose="05000000000000000000" pitchFamily="2" charset="2"/>
              </a:rPr>
              <a:t></a:t>
            </a:r>
            <a:r>
              <a:rPr lang="en-IN" sz="2000" dirty="0">
                <a:latin typeface="Sylfaen" panose="010A0502050306030303" pitchFamily="18" charset="0"/>
              </a:rPr>
              <a:t> API Gateway → Create API → REST API </a:t>
            </a:r>
            <a:r>
              <a:rPr lang="en-IN" sz="2000" dirty="0">
                <a:latin typeface="Sylfaen" panose="010A0502050306030303" pitchFamily="18" charset="0"/>
                <a:sym typeface="Wingdings" panose="05000000000000000000" pitchFamily="2" charset="2"/>
              </a:rPr>
              <a:t> Build</a:t>
            </a:r>
          </a:p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9741E9-11F4-30B7-281D-F3D5E30570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17540" y="2035277"/>
            <a:ext cx="6914209" cy="384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671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10B59E-2CE8-377A-DC00-2C68124765AA}"/>
              </a:ext>
            </a:extLst>
          </p:cNvPr>
          <p:cNvSpPr txBox="1"/>
          <p:nvPr/>
        </p:nvSpPr>
        <p:spPr>
          <a:xfrm>
            <a:off x="1228725" y="283032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New API </a:t>
            </a:r>
            <a:r>
              <a:rPr lang="en-IN" sz="18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IN" sz="18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Enter name </a:t>
            </a:r>
            <a:r>
              <a:rPr lang="en-IN" sz="18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8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Click Create API</a:t>
            </a:r>
            <a:endParaRPr lang="en-IN" dirty="0">
              <a:latin typeface="Sylfaen" panose="010A050205030603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E8DDDD-E4E8-D671-A2F1-A1AB45304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091" y="652364"/>
            <a:ext cx="5860472" cy="27946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4E7BC7-725F-84CF-FFBD-F2666A47994F}"/>
              </a:ext>
            </a:extLst>
          </p:cNvPr>
          <p:cNvSpPr txBox="1"/>
          <p:nvPr/>
        </p:nvSpPr>
        <p:spPr>
          <a:xfrm>
            <a:off x="1228725" y="3514883"/>
            <a:ext cx="8663420" cy="37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800" kern="1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Method </a:t>
            </a:r>
            <a:r>
              <a:rPr lang="en-IN" sz="1800" kern="1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800" kern="1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Select POST </a:t>
            </a:r>
            <a:r>
              <a:rPr lang="en-IN" sz="1800" kern="1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800" kern="1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Select Created Lambda Function </a:t>
            </a:r>
            <a:r>
              <a:rPr lang="en-IN" sz="1800" kern="1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800" kern="1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Create method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C48738-34B9-9501-D9D0-AC7F5FCF8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934" y="3860223"/>
            <a:ext cx="5909629" cy="279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134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0552016-096E-B11D-A067-900CF33532F2}"/>
              </a:ext>
            </a:extLst>
          </p:cNvPr>
          <p:cNvSpPr txBox="1"/>
          <p:nvPr/>
        </p:nvSpPr>
        <p:spPr>
          <a:xfrm>
            <a:off x="1509280" y="127047"/>
            <a:ext cx="9442738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800" kern="1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Enable CORS and save it-</a:t>
            </a:r>
            <a:r>
              <a:rPr lang="en-IN" sz="1800" kern="1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800" kern="1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Click on Deploy API 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800" kern="1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Copy invoke URL (</a:t>
            </a:r>
            <a:r>
              <a:rPr lang="en-IN" sz="1800" kern="100" dirty="0" err="1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eg</a:t>
            </a:r>
            <a:r>
              <a:rPr lang="en-IN" sz="1800" kern="100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https://xxxxxx.execute-api.ap-south-1.amazonaws.com/contact)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7C5F34-8B07-8C90-4F22-D0C716264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682" y="798962"/>
            <a:ext cx="5809817" cy="27589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06BC69-0568-FF95-0E4C-00DA51FAF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682" y="3725034"/>
            <a:ext cx="5814169" cy="275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435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EDDAD-2ADF-03DD-B06A-783ABE7E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/>
              <a:t>Step5 : S3 static website (frontend)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E997C-DC28-A3D8-5475-B67FD24226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7014" y="2666053"/>
            <a:ext cx="5048419" cy="3416301"/>
          </a:xfrm>
        </p:spPr>
        <p:txBody>
          <a:bodyPr/>
          <a:lstStyle/>
          <a:p>
            <a:r>
              <a:rPr lang="en-IN" sz="2000" dirty="0">
                <a:latin typeface="Sylfaen" panose="010A0502050306030303" pitchFamily="18" charset="0"/>
              </a:rPr>
              <a:t>Amazon Console</a:t>
            </a:r>
            <a:r>
              <a:rPr lang="en-IN" sz="2000" dirty="0">
                <a:latin typeface="Sylfaen" panose="010A0502050306030303" pitchFamily="18" charset="0"/>
                <a:sym typeface="Wingdings" panose="05000000000000000000" pitchFamily="2" charset="2"/>
              </a:rPr>
              <a:t></a:t>
            </a:r>
            <a:r>
              <a:rPr lang="en-IN" sz="2000" dirty="0">
                <a:latin typeface="Sylfaen" panose="010A0502050306030303" pitchFamily="18" charset="0"/>
              </a:rPr>
              <a:t> S3 </a:t>
            </a:r>
            <a:r>
              <a:rPr lang="en-IN" sz="2000" dirty="0">
                <a:latin typeface="Sylfaen" panose="010A0502050306030303" pitchFamily="18" charset="0"/>
                <a:sym typeface="Wingdings" panose="05000000000000000000" pitchFamily="2" charset="2"/>
              </a:rPr>
              <a:t></a:t>
            </a:r>
            <a:r>
              <a:rPr lang="en-IN" sz="2000" dirty="0">
                <a:latin typeface="Sylfaen" panose="010A0502050306030303" pitchFamily="18" charset="0"/>
              </a:rPr>
              <a:t> Create Bucket </a:t>
            </a:r>
            <a:r>
              <a:rPr lang="en-IN" sz="2000" dirty="0">
                <a:latin typeface="Sylfaen" panose="010A0502050306030303" pitchFamily="18" charset="0"/>
                <a:sym typeface="Wingdings" panose="05000000000000000000" pitchFamily="2" charset="2"/>
              </a:rPr>
              <a:t></a:t>
            </a:r>
            <a:r>
              <a:rPr lang="en-IN" sz="2000" dirty="0">
                <a:latin typeface="Sylfaen" panose="010A0502050306030303" pitchFamily="18" charset="0"/>
              </a:rPr>
              <a:t> upload “ </a:t>
            </a:r>
            <a:r>
              <a:rPr lang="en-IN" sz="2000" dirty="0" err="1">
                <a:latin typeface="Sylfaen" panose="010A0502050306030303" pitchFamily="18" charset="0"/>
              </a:rPr>
              <a:t>index,html</a:t>
            </a:r>
            <a:r>
              <a:rPr lang="en-IN" sz="2000" dirty="0">
                <a:latin typeface="Sylfaen" panose="010A0502050306030303" pitchFamily="18" charset="0"/>
              </a:rPr>
              <a:t>” file ( replace API_ENDPOINT with your invoke URL )</a:t>
            </a:r>
          </a:p>
          <a:p>
            <a:r>
              <a:rPr lang="en-IN" sz="2000" dirty="0">
                <a:latin typeface="Sylfaen" panose="010A0502050306030303" pitchFamily="18" charset="0"/>
              </a:rPr>
              <a:t>copy the object URL and paste it in browser for output.</a:t>
            </a:r>
          </a:p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538CA8-5A71-0183-39CD-6ABAC10415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55433" y="2005780"/>
            <a:ext cx="6529553" cy="307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876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196F0E-255C-F54E-1366-1D08D8B43629}"/>
              </a:ext>
            </a:extLst>
          </p:cNvPr>
          <p:cNvSpPr txBox="1"/>
          <p:nvPr/>
        </p:nvSpPr>
        <p:spPr>
          <a:xfrm>
            <a:off x="1049481" y="52932"/>
            <a:ext cx="8497166" cy="6805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highlight>
                  <a:srgbClr val="8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Code for S3: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IN" sz="1800" kern="100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Aptos" panose="020B0004020202020204" pitchFamily="34" charset="0"/>
              </a:rPr>
              <a:t>&lt;!DOCTYPE html&gt;</a:t>
            </a:r>
          </a:p>
          <a:p>
            <a:r>
              <a:rPr lang="en-IN" sz="1600" dirty="0">
                <a:latin typeface="Aptos" panose="020B0004020202020204" pitchFamily="34" charset="0"/>
              </a:rPr>
              <a:t>&lt;html lang="</a:t>
            </a:r>
            <a:r>
              <a:rPr lang="en-IN" sz="1600" dirty="0" err="1">
                <a:latin typeface="Aptos" panose="020B0004020202020204" pitchFamily="34" charset="0"/>
              </a:rPr>
              <a:t>en</a:t>
            </a:r>
            <a:r>
              <a:rPr lang="en-IN" sz="1600" dirty="0">
                <a:latin typeface="Aptos" panose="020B0004020202020204" pitchFamily="34" charset="0"/>
              </a:rPr>
              <a:t>"&gt;</a:t>
            </a:r>
          </a:p>
          <a:p>
            <a:r>
              <a:rPr lang="en-IN" sz="1600" dirty="0">
                <a:latin typeface="Aptos" panose="020B0004020202020204" pitchFamily="34" charset="0"/>
              </a:rPr>
              <a:t>&lt;head&gt;</a:t>
            </a:r>
          </a:p>
          <a:p>
            <a:r>
              <a:rPr lang="en-IN" sz="1600" dirty="0">
                <a:latin typeface="Aptos" panose="020B0004020202020204" pitchFamily="34" charset="0"/>
              </a:rPr>
              <a:t>  &lt;meta charset="UTF-8" /&gt;</a:t>
            </a:r>
          </a:p>
          <a:p>
            <a:r>
              <a:rPr lang="en-IN" sz="1600" dirty="0">
                <a:latin typeface="Aptos" panose="020B0004020202020204" pitchFamily="34" charset="0"/>
              </a:rPr>
              <a:t>  &lt;meta name="viewport" content="width=device-width, initial-scale=1.0"/&gt;</a:t>
            </a:r>
          </a:p>
          <a:p>
            <a:r>
              <a:rPr lang="en-IN" sz="1600" dirty="0">
                <a:latin typeface="Aptos" panose="020B0004020202020204" pitchFamily="34" charset="0"/>
              </a:rPr>
              <a:t>  &lt;title&gt;Contact Form&lt;/title&gt;</a:t>
            </a:r>
          </a:p>
          <a:p>
            <a:r>
              <a:rPr lang="en-IN" sz="1600" dirty="0">
                <a:latin typeface="Aptos" panose="020B0004020202020204" pitchFamily="34" charset="0"/>
              </a:rPr>
              <a:t>  &lt;style&gt;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body {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font-family: Arial, sans-serif;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background: linear-gradient(to right, #6a11cb, #2575fc);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display: flex;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justify-content: </a:t>
            </a:r>
            <a:r>
              <a:rPr lang="en-IN" sz="1600" dirty="0" err="1">
                <a:latin typeface="Aptos" panose="020B0004020202020204" pitchFamily="34" charset="0"/>
              </a:rPr>
              <a:t>center</a:t>
            </a:r>
            <a:r>
              <a:rPr lang="en-IN" sz="1600" dirty="0">
                <a:latin typeface="Aptos" panose="020B0004020202020204" pitchFamily="34" charset="0"/>
              </a:rPr>
              <a:t>;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align-items: </a:t>
            </a:r>
            <a:r>
              <a:rPr lang="en-IN" sz="1600" dirty="0" err="1">
                <a:latin typeface="Aptos" panose="020B0004020202020204" pitchFamily="34" charset="0"/>
              </a:rPr>
              <a:t>center</a:t>
            </a:r>
            <a:r>
              <a:rPr lang="en-IN" sz="1600" dirty="0">
                <a:latin typeface="Aptos" panose="020B0004020202020204" pitchFamily="34" charset="0"/>
              </a:rPr>
              <a:t>;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height: 100vh;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margin: 0;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}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.container {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background: white;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padding: 30px;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border-radius: 12px;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box-shadow: 0px 4px 12px </a:t>
            </a:r>
            <a:r>
              <a:rPr lang="en-IN" sz="1600" dirty="0" err="1">
                <a:latin typeface="Aptos" panose="020B0004020202020204" pitchFamily="34" charset="0"/>
              </a:rPr>
              <a:t>rgba</a:t>
            </a:r>
            <a:r>
              <a:rPr lang="en-IN" sz="1600" dirty="0">
                <a:latin typeface="Aptos" panose="020B0004020202020204" pitchFamily="34" charset="0"/>
              </a:rPr>
              <a:t>(0,0,0,0.2);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  width: 400px;</a:t>
            </a:r>
          </a:p>
          <a:p>
            <a:r>
              <a:rPr lang="en-IN" sz="1600" dirty="0">
                <a:latin typeface="Aptos" panose="020B0004020202020204" pitchFamily="34" charset="0"/>
              </a:rPr>
              <a:t>    }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862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930B2E-A02E-DA6C-BAF1-6BF1A37BAEF5}"/>
              </a:ext>
            </a:extLst>
          </p:cNvPr>
          <p:cNvSpPr txBox="1"/>
          <p:nvPr/>
        </p:nvSpPr>
        <p:spPr>
          <a:xfrm>
            <a:off x="1163782" y="131683"/>
            <a:ext cx="7541202" cy="6268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h2 { text-align: </a:t>
            </a:r>
            <a:r>
              <a:rPr lang="en-IN" sz="16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center</a:t>
            </a: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 margin-bottom: 20px; }</a:t>
            </a:r>
          </a:p>
          <a:p>
            <a:pPr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input, </a:t>
            </a:r>
            <a:r>
              <a:rPr lang="en-IN" sz="16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textarea</a:t>
            </a: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</a:p>
          <a:p>
            <a:pPr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width: 100%;</a:t>
            </a:r>
          </a:p>
          <a:p>
            <a:pPr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padding: 12px;</a:t>
            </a:r>
          </a:p>
          <a:p>
            <a:pPr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margin: 8px 0;</a:t>
            </a:r>
          </a:p>
          <a:p>
            <a:pPr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border: 1px solid #ccc;</a:t>
            </a:r>
          </a:p>
          <a:p>
            <a:pPr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border-radius: 6px;</a:t>
            </a:r>
          </a:p>
          <a:p>
            <a:pPr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pPr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button {</a:t>
            </a:r>
          </a:p>
          <a:p>
            <a:pPr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background: #2575fc;</a:t>
            </a:r>
          </a:p>
          <a:p>
            <a:pPr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IN" sz="16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white;</a:t>
            </a:r>
          </a:p>
          <a:p>
            <a:pPr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padding: 12px;</a:t>
            </a:r>
          </a:p>
          <a:p>
            <a:pPr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width: 100%;</a:t>
            </a:r>
          </a:p>
          <a:p>
            <a:pPr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border: none;</a:t>
            </a:r>
          </a:p>
          <a:p>
            <a:pPr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border-radius: 6px;</a:t>
            </a:r>
          </a:p>
          <a:p>
            <a:pPr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cursor: pointer;</a:t>
            </a:r>
          </a:p>
          <a:p>
            <a:pPr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pPr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IN" sz="16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button:hover</a:t>
            </a: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{ background: #6a11cb; }</a:t>
            </a:r>
            <a:endParaRPr lang="en-IN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4207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367DB2-4039-9D98-3B3C-1F2E72A88F59}"/>
              </a:ext>
            </a:extLst>
          </p:cNvPr>
          <p:cNvSpPr txBox="1"/>
          <p:nvPr/>
        </p:nvSpPr>
        <p:spPr>
          <a:xfrm>
            <a:off x="1092777" y="100280"/>
            <a:ext cx="10006445" cy="6310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&lt;/style&gt;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&lt;/head&gt;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&lt;body&gt;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&lt;div class="container"&gt;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&lt;h2&gt;Contact Us&lt;/h2&gt;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&lt;form id="</a:t>
            </a:r>
            <a:r>
              <a:rPr lang="en-IN" sz="14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contactForm</a:t>
            </a: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"&gt;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&lt;input type="text" id="name" placeholder="Your Name" required&gt;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&lt;input type="email" id="email" placeholder="Your Email" required&gt;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&lt;</a:t>
            </a:r>
            <a:r>
              <a:rPr lang="en-IN" sz="14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textarea</a:t>
            </a: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id="message" placeholder="Your Message" rows="5" required&gt;&lt;/</a:t>
            </a:r>
            <a:r>
              <a:rPr lang="en-IN" sz="14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textarea</a:t>
            </a: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&lt;button type="submit"&gt;Send&lt;/button&gt;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&lt;/form&gt;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&lt;p id="</a:t>
            </a:r>
            <a:r>
              <a:rPr lang="en-IN" sz="14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responseMessage</a:t>
            </a: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style="</a:t>
            </a:r>
            <a:r>
              <a:rPr lang="en-IN" sz="14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text-align:center</a:t>
            </a: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 margin-top:10px;"&gt;&lt;/p&gt;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&lt;/div&gt;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&lt;script&gt;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IN" sz="14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document.getElementById</a:t>
            </a: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</a:t>
            </a:r>
            <a:r>
              <a:rPr lang="en-IN" sz="14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contactForm</a:t>
            </a: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").</a:t>
            </a:r>
            <a:r>
              <a:rPr lang="en-IN" sz="14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addEventListener</a:t>
            </a: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("submit", async (e) =&gt; {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IN" sz="14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e.preventDefault</a:t>
            </a: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IN" sz="14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name = </a:t>
            </a:r>
            <a:r>
              <a:rPr lang="en-IN" sz="14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document.getElementById</a:t>
            </a: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("name").value;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IN" sz="14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email = </a:t>
            </a:r>
            <a:r>
              <a:rPr lang="en-IN" sz="14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document.getElementById</a:t>
            </a: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("email").value;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IN" sz="14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message = </a:t>
            </a:r>
            <a:r>
              <a:rPr lang="en-IN" sz="14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document.getElementById</a:t>
            </a:r>
            <a:r>
              <a:rPr lang="en-IN" sz="14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("message").value;</a:t>
            </a:r>
            <a:endParaRPr lang="en-IN" sz="1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8322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D7D9F8-29C6-6D70-FD08-7070F5D82E02}"/>
              </a:ext>
            </a:extLst>
          </p:cNvPr>
          <p:cNvSpPr txBox="1"/>
          <p:nvPr/>
        </p:nvSpPr>
        <p:spPr>
          <a:xfrm>
            <a:off x="1071995" y="222525"/>
            <a:ext cx="10048009" cy="6101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try {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6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response = await fetch("https://&lt;</a:t>
            </a:r>
            <a:r>
              <a:rPr lang="en-IN" sz="16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api</a:t>
            </a: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-id&gt;.execute-api.ap-south-1.amazonaws.com/prod/</a:t>
            </a:r>
            <a:r>
              <a:rPr lang="en-IN" sz="16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ContactForm</a:t>
            </a: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", {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method: "POST",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headers: { "Content-Type": "application/</a:t>
            </a:r>
            <a:r>
              <a:rPr lang="en-IN" sz="16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json</a:t>
            </a: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},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body: </a:t>
            </a:r>
            <a:r>
              <a:rPr lang="en-IN" sz="16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JSON.stringify</a:t>
            </a: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({ name, email, message })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});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6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= await </a:t>
            </a:r>
            <a:r>
              <a:rPr lang="en-IN" sz="16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response.json</a:t>
            </a: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6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document.getElementById</a:t>
            </a: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</a:t>
            </a:r>
            <a:r>
              <a:rPr lang="en-IN" sz="16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responseMessage</a:t>
            </a: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").</a:t>
            </a:r>
            <a:r>
              <a:rPr lang="en-IN" sz="16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innerText</a:t>
            </a: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sz="16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data.message</a:t>
            </a: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} catch (error) {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6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document.getElementById</a:t>
            </a: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</a:t>
            </a:r>
            <a:r>
              <a:rPr lang="en-IN" sz="16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responseMessage</a:t>
            </a: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").</a:t>
            </a:r>
            <a:r>
              <a:rPr lang="en-IN" sz="1600" kern="1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innerText</a:t>
            </a: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"Something went wrong!";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}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});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&lt;/script&gt;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&lt;/body&gt;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&lt;/html&gt;</a:t>
            </a:r>
            <a:endParaRPr lang="en-IN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5123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BBD64-3C51-AA32-C579-3EDACAF7B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/>
              <a:t>Testing/Output: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79615-6E10-E609-CB5F-75CF65E7F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650" y="2638733"/>
            <a:ext cx="4825157" cy="576262"/>
          </a:xfrm>
        </p:spPr>
        <p:txBody>
          <a:bodyPr>
            <a:normAutofit fontScale="25000" lnSpcReduction="20000"/>
          </a:bodyPr>
          <a:lstStyle/>
          <a:p>
            <a:r>
              <a:rPr lang="en-IN" sz="11200" dirty="0">
                <a:latin typeface="Sylfaen" panose="010A0502050306030303" pitchFamily="18" charset="0"/>
              </a:rPr>
              <a:t>Fill in the contact form and click Submit / Send Message</a:t>
            </a:r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3A1A023-9E8D-BAE4-5E3B-26B4911F4C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83458" y="3319686"/>
            <a:ext cx="5620611" cy="2873672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43648C-D691-8804-7617-F7E3C3B1C0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7931" y="2852738"/>
            <a:ext cx="5462589" cy="576262"/>
          </a:xfrm>
        </p:spPr>
        <p:txBody>
          <a:bodyPr>
            <a:normAutofit fontScale="25000" lnSpcReduction="20000"/>
          </a:bodyPr>
          <a:lstStyle/>
          <a:p>
            <a:r>
              <a:rPr lang="en-IN" sz="9600" dirty="0">
                <a:latin typeface="Sylfaen" panose="010A0502050306030303" pitchFamily="18" charset="0"/>
              </a:rPr>
              <a:t>You receive Successful message. ( Thank you for submission. We’ll reach you soon. )</a:t>
            </a:r>
          </a:p>
          <a:p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D2DD325-6361-A666-9AFC-292072BD06A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81436" y="3319686"/>
            <a:ext cx="5759356" cy="287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5499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770F9-C079-0E8C-A74C-B9E10F8CC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/>
              <a:t>Email Output: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4AC0D-B75F-948F-0740-8C761BE15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275" y="1642269"/>
            <a:ext cx="9371037" cy="576262"/>
          </a:xfrm>
        </p:spPr>
        <p:txBody>
          <a:bodyPr/>
          <a:lstStyle/>
          <a:p>
            <a:r>
              <a:rPr lang="en-IN" sz="2800" dirty="0">
                <a:latin typeface="Candara" panose="020E0502030303020204" pitchFamily="34" charset="0"/>
              </a:rPr>
              <a:t>After submitted, you receive Email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44ABC40-2083-91CF-A86E-F16B76AE01A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3819" y="2359743"/>
            <a:ext cx="9636873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1197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FB5B8-25F0-DA7A-A64D-ADAF09C1B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436" y="304800"/>
            <a:ext cx="8825659" cy="1981200"/>
          </a:xfrm>
        </p:spPr>
        <p:txBody>
          <a:bodyPr/>
          <a:lstStyle/>
          <a:p>
            <a:r>
              <a:rPr lang="en-IN" b="1" dirty="0"/>
              <a:t>Conclusion: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483AE-6C29-D378-8C96-209D1C35A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1436" y="2483427"/>
            <a:ext cx="10108134" cy="2476500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latin typeface="Sylfaen" panose="010A0502050306030303" pitchFamily="18" charset="0"/>
              </a:rPr>
              <a:t>The project demonstrates a serverless web application hosted fully on AWS, eliminating the need for traditional backend servers. It is cost-effective, scalable, and easy to maintain.</a:t>
            </a:r>
          </a:p>
          <a:p>
            <a:endParaRPr lang="en-US" sz="2800" dirty="0">
              <a:latin typeface="Sylfaen" panose="010A050205030603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latin typeface="Sylfaen" panose="010A0502050306030303" pitchFamily="18" charset="0"/>
              </a:rPr>
              <a:t> </a:t>
            </a:r>
            <a:r>
              <a:rPr lang="en-IN" sz="2800" dirty="0">
                <a:latin typeface="Sylfaen" panose="010A0502050306030303" pitchFamily="18" charset="0"/>
              </a:rPr>
              <a:t>It showcases skills in cloud computing, serverless architecture, IAM security, and API development</a:t>
            </a:r>
          </a:p>
        </p:txBody>
      </p:sp>
    </p:spTree>
    <p:extLst>
      <p:ext uri="{BB962C8B-B14F-4D97-AF65-F5344CB8AC3E}">
        <p14:creationId xmlns:p14="http://schemas.microsoft.com/office/powerpoint/2010/main" val="27030790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A8A2B-24DB-2F8F-BA08-2846D9709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1763" y="1745672"/>
            <a:ext cx="8825658" cy="1223690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Castellar" panose="020A0402060406010301" pitchFamily="18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BDAC0-9865-FDC7-A65C-20850250A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644736"/>
            <a:ext cx="8825658" cy="1025236"/>
          </a:xfrm>
        </p:spPr>
        <p:txBody>
          <a:bodyPr>
            <a:normAutofit/>
          </a:bodyPr>
          <a:lstStyle/>
          <a:p>
            <a:pPr algn="ctr"/>
            <a:r>
              <a:rPr lang="en-IN" sz="2000" dirty="0">
                <a:latin typeface="Colonna MT" panose="04020805060202030203" pitchFamily="82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39994038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307</TotalTime>
  <Words>1679</Words>
  <Application>Microsoft Office PowerPoint</Application>
  <PresentationFormat>Widescreen</PresentationFormat>
  <Paragraphs>210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Aptos</vt:lpstr>
      <vt:lpstr>Arial</vt:lpstr>
      <vt:lpstr>Calibri</vt:lpstr>
      <vt:lpstr>Candara</vt:lpstr>
      <vt:lpstr>Castellar</vt:lpstr>
      <vt:lpstr>Colonna MT</vt:lpstr>
      <vt:lpstr>Sylfaen</vt:lpstr>
      <vt:lpstr>Symbol</vt:lpstr>
      <vt:lpstr>Trebuchet MS</vt:lpstr>
      <vt:lpstr>Wingdings</vt:lpstr>
      <vt:lpstr>Wingdings 3</vt:lpstr>
      <vt:lpstr>Facet</vt:lpstr>
      <vt:lpstr>Project Title SERVERLESS CONTACT FORM USING AWS SERVICES </vt:lpstr>
      <vt:lpstr>PowerPoint Presentation</vt:lpstr>
      <vt:lpstr>PROJECT OBJECTIVE</vt:lpstr>
      <vt:lpstr>AWS Services Used</vt:lpstr>
      <vt:lpstr>Architecture Diagram</vt:lpstr>
      <vt:lpstr>Architecture Diagram Flow</vt:lpstr>
      <vt:lpstr>IMPLEMENTATION STEPS BELOW</vt:lpstr>
      <vt:lpstr>Step 1 : Amazon SES Setup </vt:lpstr>
      <vt:lpstr>PowerPoint Presentation</vt:lpstr>
      <vt:lpstr>Step 2 : Create IAM Role for Lambda</vt:lpstr>
      <vt:lpstr>PowerPoint Presentation</vt:lpstr>
      <vt:lpstr>Step 3: Create Lambda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 4 : API Gateway (HTTP API) — connect frontend to Lambda</vt:lpstr>
      <vt:lpstr>PowerPoint Presentation</vt:lpstr>
      <vt:lpstr>PowerPoint Presentation</vt:lpstr>
      <vt:lpstr>Step5 : S3 static website (frontend)</vt:lpstr>
      <vt:lpstr>PowerPoint Presentation</vt:lpstr>
      <vt:lpstr>PowerPoint Presentation</vt:lpstr>
      <vt:lpstr>PowerPoint Presentation</vt:lpstr>
      <vt:lpstr>PowerPoint Presentation</vt:lpstr>
      <vt:lpstr>Testing/Output:</vt:lpstr>
      <vt:lpstr>Email Output:</vt:lpstr>
      <vt:lpstr>Conclusion: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Abarna Balasubramanian</dc:creator>
  <cp:lastModifiedBy>Abarna Balasubramanian</cp:lastModifiedBy>
  <cp:revision>4</cp:revision>
  <dcterms:created xsi:type="dcterms:W3CDTF">2025-09-10T05:13:21Z</dcterms:created>
  <dcterms:modified xsi:type="dcterms:W3CDTF">2025-09-15T08:03:49Z</dcterms:modified>
</cp:coreProperties>
</file>